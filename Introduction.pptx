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316" r:id="rId4"/>
    <p:sldId id="266" r:id="rId5"/>
    <p:sldId id="317" r:id="rId6"/>
    <p:sldId id="321" r:id="rId7"/>
    <p:sldId id="318" r:id="rId8"/>
    <p:sldId id="319" r:id="rId9"/>
    <p:sldId id="322" r:id="rId10"/>
    <p:sldId id="262" r:id="rId11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9" autoAdjust="0"/>
    <p:restoredTop sz="94721"/>
  </p:normalViewPr>
  <p:slideViewPr>
    <p:cSldViewPr snapToGrid="0" showGuides="1">
      <p:cViewPr varScale="1">
        <p:scale>
          <a:sx n="95" d="100"/>
          <a:sy n="95" d="100"/>
        </p:scale>
        <p:origin x="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48:38.772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370 2637,'-4'-43,"1"-2,3-11,0-8,0-17,5-1,1 14,5 0,9 16,-1-12,3 7,-2 1,-9 6,13 1,-6-1,1 12,8-23,-16 30,20-29,-13 8,7 4,-4-13,-1 17,1-6,-1 7,-4 0,2 7,-8 4,6 6,-7 10,3 2,-5 6,1 0,-1 5,-3 15,-1 14,-3 3,-5 12,0-14,-8 3,3 0,-7-3,7 8,-14 9,12-5,-21 37,14-14,-18 33,6-5,-13 7,24-45,-1 1,-4-3,1-1,3 5,1-2,-16 24,1 8,7-25,-7 12,8-14,0-1,7-12,0-2,6-10,0-2,6-9,-1-2,5-3,-3-1,2 0,1 0,-4 1,4-1,-4 0,3-3,-2 2,3-2,-1-1,-2 0,3-4,0 0,1 0,-1-3,4-17,-4-2,8-14,1 3,4 1,4-16,-3 6,7-19,-7 26,2-8,-4 20,-3-8,2 7,-6-7,6 7,-2-7,0 3,2-4,-2 4,4-3,-1 3,0 0,1-3,-1 3,1 0,3-10,-3 9,8-10,-8 11,4-3,-5 3,1-4,0-1,-1 6,0 0,0 4,0 5,0-4,-1 7,1-2,-1 3,-3 0,2 0,-2 3,4-6,-1 2,1-4,-4 2,-4 7,-9 20,1-4,-4 16,3-9,1-4,-4 15,3-13,-7 9,7-8,-3-2,4 2,0-3,3-1,-2-4,-1 4,0-7,-3 2,3 1,1-3,-1 2,1-3,3 0,-3-3,3-1,0-15,1-3,3-7,4-2,0 3,5-4,0 4,-1-3,1 3,-4-4,2 4,-2-3,3 7,0-3,0 5,0 0,0-1,1-4,-1 4,0-4,0 5,0-1,0 1,0 0,0-1,3 1,-2-1,3 1,-4 0,0-1,0 1,-1 3,1-2,4 2,-4-3,4 3,-4-3,3 7,1-6,0 5,3-2,-3 4,0-1,3 1,-6 0,2-1,0 1,-3 0,3 0,-4 3,1-3,-1 3,0 1,0-1,4 1,-6 0,4-1,-8 13,2 1,-3 12,0-3,0 2,0 4,0 5,0 8,0-5,-4 10,-1-16,-3 0,3-7,-2-5,2 1,1-1,-3 0,2 1,1-5,-4 3,8-2,-8 3,7 1,-6-1,6 5,-10 12,5 1,-3 4,0-7,8 1,-6-5,6 9,-7-8,7 3,-7 0,6-4,-5 0,2-2,0-7,-2 2,6 1,-6-4,6 4,-7-5,4 1,-4 6,0-5,0 5,3-7,-2-3,3 2,0-6,-3 3,6-4,-6-1,7 1,0-31,5 9,4-26,0 10,0 5,0-10,4-1,-3 4,2 1,-3 12,-1 0,-3 3,2-2,-2-1,3 3,0-2,0 3,0-6,0 9,-1-5,-3 11,3 3,-6 17,-2 3,-8 14,-1-5,-6 0,-3 17,1-13,-13 28,15-27,-10 16,6-9,-1 7,-9 5,8 1,-3-6,-1 10,0-9,-2 18,-2-17,7 9,-1-16,-5 20,12-24,-8 12,15-22,-3-4,5-2,3-3,-2-1,6 0,-6 1,6-5,-6 3,6-2,-6 3,6-3,-6-1,6-5,-2 1,3 0,0-24,0-1,4-24,6 6,5-1,0-5,4-2,-3-6,4 1,8-14,-7 21,6-19,-7 16,0 0,6-10,-5 12,3-1,-5 6,-4 3,-3 13,-3-3,-1 13,-1 2,-3 3,-1 6,-7 16,-4-1,-1 17,-3-15,3 8,1-3,-1 0,0 3,1-8,-1 8,1-7,3 7,-2-8,2 8,-3-3,-1 0,0 3,-3-3,2 4,-3 0,5 0,-5 0,3 0,-3 0,4 1,0-1,-3 0,2-4,-2 3,3-8,1 8,-1-7,1 2,0-4,3 1,-5 2,8-6,-8 2,6-3,-1-3,-1 2,2-3,-1 0,-1 0,5 0,-5 0,2 0,-1 0,-1 0,5 0,-5-1,2 1,-1 0,-1 3,2-5,-3 1,0-6,3-13,1 3,3-16,0 5,0-4,0 0,4-1,1 1,3 0,1 4,-1 1,-3 5,2-1,-6 5,2-4,-3 7,3-2,-2-1,2 3,-3-3,0 4,4 0,-4 0,4 0,-4 0,0 0,0 0,0 0,3 0,-2 0,2 0,0 3,-2-2,2 22,-7-8,4 14,-8-8,7-2,-6 3,3 10,-1-7,2 3,3-10,0-4,0 0,0 0,0 3,0-2,0 6,0-6,0 7,0-4,0 4,0 1,0 3,0-2,0 2,0 1,0-3,0 2,0-3,0-1,-4-4,4 4,-4-7,4 2,0 1,0-3,0 5,-3-5,2 2,-2-3,3 0,0 0,0 0,0 0,0 0,0-1,0 1,0 0,0 0,0 4,0-3,0 2,-4 1,3-3,-2 6,3-6,0 3,0-1,0 5,0 1,0-1,0-1,0-6,0 6,0-2,0-1,0 4,0-4,0 5,-4-1,3 0,-2 0,3 1,-4-1,3 0,-2 1,3-1,0-4,-4 11,3-9,-2 9,3-7,0 1,0-1,0 0,0 0,0 1,0-1,0 0,0 1,0-1,0 0,0 1,0-5,0 3,0-2,0 0,0 2,0 1,0-3,0 5,0-9,3 7,-2-8,3 4,-4-4,0 0,0 0,0 0,0 0,0 0,0-1,0 1,3 0,-3-1,3 1,-3-1,0 1,0-1,0 1,0-1,0-26,0 10,0-22,0 17,-3 0,2-4,-6 7,6-9,-2 9,3-3,0 0,-4 4,3-5,-2 5,3-8,0 6,0-7,0 0,0 0,0-6,0 1,0 0,0 0,0 4,0-3,0-4,0 5,0-8,0 10,4-4,1-5,4-2,1-17,0 10,6-22,-5 21,10-21,-4-5,4 15,2-23,-4 34,4-23,-3 18,-4-10,2 17,1-15,-3 13,1-3,-4 13,-3 5,3 0,-5 4,5-3,-4 3,3 0,-3 1,-1 0,0 4,5-8,-4 7,7-7,-7 8,4-4,-6 8,1-2,3 6,-3 0,-1 11,-4 5,-3 10,0-1,0 7,0-3,-4 4,0 0,-6 5,1-4,4 5,-3-6,3 5,-4-4,-1 10,-3-5,2 6,-3-1,4 7,-4-5,3 10,-8-5,8 7,-9-1,9-5,-4 4,1-10,3 4,-3-5,1-6,2 5,-2-10,5 0,3-2,-6 3,5-4,-6 3,8-10,-4-1,7-4,-6 4,6-7,-2 2,3 1,-3-3,2 2,-3-3,4 4,-3 4,2-3,-3 2,4-7,0 0,0-1,0 1,4-27,1 6,4-23,0 11,0-4,0-1,0-6,1-6,1-7,-1-1,1-11,5 4,-5 7,10-10,-5 15,10-10,-4 7,3-1,0 5,-4 2,-1 10,-3 3,-7 5,6 4,-7 1,2 9,-3-4,0 7,-4-3,-1 4,0 0,1-3,4-1,0-4,0-1,-1 5,1-4,0 4,0-5,-1 5,1-4,0 7,-1-6,1 6,-1-3,1 4,-4 0,2 0,-5 0,5 3,-5-2,2 22,-3-8,0 21,-3-12,-6 7,0-8,-4 8,5-7,-1 2,1-3,0-1,0 0,0 0,0-3,4 2,-3-2,3 3,-5 0,5-3,-3 2,3-6,-4 7,0-8,0 8,0-4,1 1,-1 2,0-2,0 3,-1 5,1-4,0 4,0-5,3 0,-2 1,2-1,-3 7,0-5,0 5,0-6,0-1,-1 5,1-4,0 4,-1-1,1 2,-1 0,1 3,-1-3,0 4,0 0,1-4,-1 3,4-8,-2 8,2-8,-4 15,5-8,-3 4,6-3,-6-7,6 2,-3-3,1-1,2 0,-3 1,1-5,2 4,-6-8,7 8,-7-7,6 2,-2-3,-1 4,4-3,-4 2,1-3,2 0,-6 3,7-2,-7 2,6-3,-2 0,0-1,2 1,-5 0,5 0,-2-1,3 1,0-1,0 1,0-1,0 1,0-1,0 1,0 0,0 0,0 0,0 0,0 3,0 2,0 3,0 0,0 1,0-1,0 0,0 0,-4 5,3-3,-7 7,7-8,-7 8,7-3,-3 0,0 3,3-8,-6 4,6-5,-7 5,7-8,-3 7,1-7,2-1,-3 0,4-4,-3 0,2 0,-2-1,3 1,0 3,0-2,0 2,0-4,0 1,0 0,0 0,0 0,0 0,0 0,-3-1,2 1,-2 0,3 0,0 0,0 0,0 0,0 0,0 0,0 3,-4-2,3 7,-2-8,3 8,0-7,0 2,0-3,0 0,0 0,0 0,0 0,0 0,0-1,0 1,0-1,0 1,0-37,0 8,4-31,-2 10,7-22,-3 1,0-4,1 13,0-1,1-25,1 0,1 26,-1 2,-2-4,1-2,5 2,0-2,-3-3,1-1,2 4,1 0,0-4,0 1,-1 4,1 0,0-1,-1 2,6-30,5-5,-6 25,0-12,-1 6,-1-20,-4 30,3-15,-5 34,0 2,-1 10,-4-3,3 8,-3-8,0 8,3-3,-3 5,0 4,3-3,-7 3,6 0,-2-3,3 7,0-3,0 5,0 0,0-1,4-2,-4 2,4-3,-5 7,1 2,-1 3,0 0,-3 0,3 3,-4 1,1 12,-1 0,-3 14,0-2,0-1,0 4,0-3,0 0,0-1,0-5,0 5,0-4,0 4,0-5,0 0,0-3,0 2,0-2,-3-1,2 4,-2-8,0 4,2-4,-2 0,3 0,0 0,0 0,0 0,0-1,0 1,0 0,0-1,0 1,0 0,0 0,0 0,0 0,0-1,0 1,0 0,0 0,0 0,3-3,-2 2,2 1,0-3,-2 5,2-5,0 2,-3 1,7-1,-7 1,6-1,-5 1,5-3,-5 2,8-5,-4 2,5-3,-3 0,0 0,0-7,1 3,-4-6,2 3,-2-4,0 3,0-7,0 4,-4-5,4 1,0 0,-4-1,4 1,-4-1,0 1,0 0,0-1,3 4,-2 2,2-1,-3 3,0-3,3 4,-2 0,2-3,1 2,-4-3,4 0,-4 3,3-9,-2 8,3-9,-1 10,-2-2,2 3,0 0,-2 0,2-4,0 4,-2-3,2 3,-3 0,0-4,0 3,0-3,0 4,0-4,0 3,0-2,0 3,0 0,0 0,0 0,0-4,4 3,-4-3,4 4,-4 0,0 0,0 0,3-4,-2 3,3-2,-4-1,0-1,0 1,3-4,-2 3,2 1,-3-11,0 13,4-13,-3 14,2-2,-3-1,0 3,0-3,0 1,0 2,0-7,0 3,0 1,0-4,4 4,-3-5,2 5,-3-4,4 3,-3-3,6-3,-6 1,6-1,-6 2,6 1,-6 0,6-1,-6 1,6-5,-2 4,0-9,2 9,-2-8,-1 7,4-7,-3 3,3-4,1 4,0-3,-1 3,5-15,-4 8,4-4,-1 7,-3 9,8-8,-8 7,3-3,-1 5,-2 0,3 3,-5-2,1 2,0 0,0-2,-1 6,1-7,0 4,0-5,0 1,7-7,-2 5,3-6,-5 8,-3-1,0 5,4-4,-4 7,3-6,-3 6,-1-7,1 8,-1-4,1 4,-1 0,-3 0,2-3,-2 2,0-2,3 6,-7-2,4 2,-1-3,1 3,0-2,2 2,-2-3,0 0,3 0,-3 0,3-4,1 3,0-6,-1 6,1-7,-1 7,1-6,-1 6,1-3,-1 4,1-4,-1 4,1-4,-1 0,0 3,1-3,-1 4,-3 0,3 0,-3 0,3 0,0 0,-3 0,2 0,-1 0,2 0,-3 0,2 1,-5-1,5 0,-5 0,2 0,0-1,-2 1,5 0,-5 0,2 0,1 0,-4 0,7 0,-3-3,0 2,3-7,-2 7,-1-6,2 6,-2-3,0 4,3-4,-6 3,6-2,-7 3,7 0,-7 0,7 3,-6-2,5 2,-2-3,0 1,2 2,-5-2,6 5,-4-5,1 2,-1-2,-3-1,-6 4,1 0,-9 3,2 3,-1 5,-2 4,-12 21,10-13,-13 13,21-18,-6 1,2-1,-3 0,0 1,0-1,0 0,0 0,0 1,-5 0,4-1,-9 6,4-3,-6 3,6-5,-3 1,3-1,-4 1,4-4,1 2,5-3,4-1,-3 4,3-4,-1 4,-2 1,3-1,-5 0,5 1,-4 3,-4 9,-5 0,-1 4,4-6,-1 0,4 0,-9 6,3-4,0 9,-3-9,8 8,-3-9,5 3,1-9,3 3,-1-7,5 7,-1-8,-5 15,6-17,-5 12,3-15,7 1,-5-1,6-5,-4 1,4 0,1 0,16-16,-2 2,16-15,-10 6,3 0,-4 1,5-1,-4 3,4-2,-5 3,0-3,0-1,0 1,0 0,4-1,-3 0,8-1,-7 2,7-2,-4 1,1 0,3-1,-3 1,4-1,12-7,-13 5,11-5,-18 9,2 2,-8 2,3 0,-7 6,4-5,-5 6,0-3,0 4,-3-4,3 7,-7-7,-8 27,-2-11,-11 25,8-14,-3 6,2-1,-4 0,4 5,-3-4,3 10,-5-5,0 6,0-1,-1 7,-5-4,4 4,-3-6,4 0,2-5,-1 3,5-9,-4 10,4-5,-1 0,-3 5,3-5,-4 6,1-6,-1-1,1 1,0-5,4 4,-3-5,8-4,-8 3,8-3,-4 0,5-2,-4 4,7-6,-6 5,10-7,-3-3,1 2,2-3,-3 5,4 3,0 7,0 6,0 4,0 1,0-1,0-4,0-2,0-5,0-8,0 2,0-11,0 2,11-34,0 9,5-32,1 20,-2-8,17-51,-14 35,14-46,-21 53,9-5,-9-1,8 1,-7-7,8 5,-9 1,9 1,-9 11,3 1,-1 7,-4 4,4 6,-5-5,0 9,-3 0,-1 1,-1 8,-2-4,2 30,-3-5,-4 24,-5-13,-5 11,0-3,-7 21,10-14,-11 29,11-27,-8 23,8-27,-3-1,4-7,5-5,-2-4,2-1,-2-9,2 0,-1-7,5-27,-2-11,3-10,0-16,0 20,0-22,5 11,1-12,4 6,2-7,-2 6,1 3,3 11,1 1,0 7,2 4,-7 6,7 2,-8 7,6-2,-6 3,2 5,1-4,-4 7,4-6,-5 6,0-3,1 4,-1 0,0 0,-3 0,3-4,0 0,2-4,2 0,-3 0,0-1,0 1,0-5,4 4,-3-4,7 0,-4 4,11-10,-5 5,9-6,-8 2,8-3,-8 3,3 3,-9-2,2 7,2-9,-4 12,2-7,-8 13,1-3,-1 4,0 0,1-4,-1 3,0-2,1 3,-1 0,0-4,1 3,-1-3,1 1,-1 2,1-7,-1 7,1-3,6-2,-5 4,6-5,-8 7,0 0,1-4,-4 3,3-2,-3 2,3 1,0-3,-3 2,3-3,-3 4,0-4,3 3,-3-2,0 3,2 0,-5 0,5 0,-2 0,0 0,2 1,-5-1,5 0,-5 1,5 2,-5-2,5 2,-2 1,3-4,0 4,0-4,0 0,0 4,-3-4,2 7,-2-7,3 4,-3-4,2 3,-2-2,3 5,-3-5,2 6,-5-9,2 5,0-3,1 2,3 1,-1 1,1 0,-3 0,5-1,-5 1,6-3,-4 2,1 1,-3-3,2 5,-2-5,3 3,-1-4,1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49:05.617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2872 1288,'-28'0,"0"-4,6-4,-14-6,15 1,-20 0,12 0,-17-9,5-3,0-2,-3 3,14 7,-13 2,16-1,-17-2,15 1,-9 0,16 5,-3 3,3-2,0 2,-3-4,8 2,-4 2,5-2,0 0,0 2,3-5,-2 5,3-2,-5 3,1 1,0 2,-4-2,2 6,-2-6,-1 6,4-2,-16-1,10-1,-11 0,13-2,-5-1,4-1,-4-4,0 5,4 0,-3-1,7 2,-2-5,-1 3,4-5,-4 5,1-7,2 4,-2-4,-4-6,2 4,-2-4,3 9,5 2,0 3,4 1,0 0,5-1,0 5,3-4,-3 7,26-4,-5 4,21 0,-14 4,4 0,7 18,-8-11,9 17,-16-16,6 14,-10-13,2 8,-8-13,1 3,-1-5,0 1,0 0,1 0,-1 0,-3 0,2-3,-2 5,3-4,1 5,-1-3,0 0,0-1,1 1,-1 0,4 0,-3 4,8-2,-8 1,7-2,-7-1,3 0,0 0,-2 0,2 1,0-1,-3 0,14 4,-12-3,12 3,-14-4,8 0,-8 0,7 1,-7-1,3 0,-4-3,0 2,1-2,-1 0,0 2,0-5,1 5,-1-5,0 2,0 0,0-3,1 4,-1-1,0-3,0 3,0 1,0-4,1 3,-1 0,0 1,0 0,1 2,-1-2,0 0,4-1,-3 0,3-2,1 2,-4 0,3-2,0 5,1-5,0 6,3-3,-3 0,4 2,5-1,-4 3,8 0,-8 0,8-4,-8 3,8-2,-3 3,0 0,-2 0,-4-1,0 1,0-4,0 3,0-3,0 4,4-1,-4-2,0-2,-1 0,-7-2,3 5,0-5,-3 2,7-3,-3 4,0-4,3 4,-3-4,4 3,0-2,-3 2,2 1,-7-3,7 5,-7-5,3 3,-4-1,4-2,-2 2,2-3,-4 3,4-3,-3 4,3-4,0 3,-2-2,6 2,-7 0,3-2,-4 2,4 1,-2-4,2 4,-4-1,0-2,0 2,4 0,-3-2,2 2,-3 0,0 0,0 1,-3 2,2-5,-2 2,3 0,-3 1,2 0,-2-1,3 0,-1-2,-2 5,2-5,-2 2,3-3,0 0,-1 0,-19-10,5 0,-18-5,10-4,-1 6,1-7,-19-6,14 8,-19-5,23 12,-4 0,5 2,-4-2,2-1,-7-1,8-2,-4-1,1 0,2 0,1 0,1-4,7 4,-7-1,7 3,-2 2,-1 0,0-6,0 9,4-8,2 9,2-3,-1 4,-1 0,2 3,0-2,-3 5,3-5,0 2,-2-3,2 0,-4 3,5-2,-4 2,3 0,-3 1,0 0,-1 2,-3-2,3 3,-7-3,6 2,-6-3,7 4,-7-3,3-1,-1-1,-2-5,3 5,-4-6,0 3,4 1,-3-1,2 0,1-3,1 3,-1-3,4 4,-4-4,5 3,-1-3,1 4,-4 3,2-2,-2 2,4-3,-1 3,-3-2,3 2,-7-1,6-1,-6 2,3-4,0 4,-3-3,3 6,-1-5,-9 5,8-5,-5 2,4-4,2 0,-3 1,0-1,0 0,0 0,0 1,4 2,-3-2,2 3,1 0,-3-3,3 6,-4-6,0 6,4-5,0 5,1-2,3 3,24 11,-5 3,32 8,-28-6,22 8,-19-11,11 10,-14-12,-1 6,-2-5,4 7,-4-8,7 4,-6-6,8 6,-5-7,0 7,0-7,0 3,0 0,0-2,-4 5,3-5,-6 1,6-2,-7-1,3 0,-3 0,6 0,-1 1,6-1,-3 1,0 0,0-4,0 3,0-3,0 3,4 1,-3 0,4 0,-5 0,0-1,0 1,-4-1,-1 1,-4-1,1-1,-1-2,0-1,0-3,-3 3,-17-8,2 3,-15-9,10 3,0-3,4 3,-3-3,-5-4,3 6,-14-9,13 9,-5-2,2 3,4-3,-8-2,3 0,-4-3,4 4,-4-10,4 5,-6-5,6 2,-4 2,8-2,-8-1,-3-4,4 3,-7-2,15 9,-9-2,9 5,-8-4,8 7,-4-6,0 6,4-6,-4 6,9-1,-3 2,7 1,-3-1,3 1,1 4,0-4,-1 6,-2-5,1 5,-1-2,3 0,-1 2,1-2,-4 3,2-3,-6 2,7-2,-7 0,3-1,-4-1,3-1,-2 5,3-6,-4 6,0-5,-4 2,4-4,0 4,1-3,7 6,-4-5,1 5,3-2,-7 3,7 0,-8 0,8 0,-3 0,4-3,2-1,19 0,-2 1,14 3,-10 0,-4 0,3 4,-7 0,3 3,-4 0,4 0,-2 0,2 0,-4 0,4 0,1 1,4 3,0 1,0 3,0 0,0 1,1 3,-5-6,4 6,-8-12,7 4,-7-4,7 1,-7-1,3 0,-3 0,-1 0,0 0,0 0,1-3,-1 2,0-5,-3 5,2-6,-2 6,3-5,-3 5,2-5,-2 5,3-6,0 6,0-2,0 3,0 0,0 0,4 3,-2-2,2 3,-4-4,0 0,0 0,-3 0,3-1,-6 1,2 0,-9-3,-2-1,-7-3,0 0,-2 0,1-4,0 0,0-4,0 0,0 1,0-1,0-3,0 2,0-2,0 3,-5 0,4 0,-9 0,9 0,-8 0,3 3,0-2,-3 2,3-3,1 0,-5 0,4 0,-4-1,0 1,4-4,-3 3,3-3,-12-3,11 5,-10-5,16 4,-4 5,5-4,0 6,4-1,-3-2,3 6,0-5,-4 5,8-2,-3 0,0 2,2-5,-2 5,4-2,0 0,-1 2,1-5,0 5,-1-5,1 2,0 0,0 1,3 0,-3 2,3-2,-3 0,0-1,0 1,0 0,-1 0,1 2,0-2,-4 3,2 0,-6-4,7 3,-7-2,3-1,-1 4,2-7,0 6,3-5,-7 5,2-5,1 5,-3-6,7 6,-3-5,-1 5,4-2,-3-1,3 4,1-7,0 7,-1-3,-2-1,2 4,-3-7,4 7,-1-3,4-1,-6 4,5-3,-6 3,3 0,1-4,-4 4,3-4,-4 4,5-3,-4 3,2-7,-2 7,0-7,3 6,-11-6,10 3,-9 0,9-2,-2 5,4-2,0 0,-5 2,4-2,-3 0,3 2,1-2,3 0,-2 2,1-2,-2 0,0 2,3-5,1 0,3-1,0-2,3 5,1-2,14 2,-8 0,20 0,-16 4,5 0,-4 0,-7 0,7 0,-3 0,4 0,0 4,0 0,0 4,0-1,0 1,4 0,-2 0,2 0,-4-1,5 1,7 0,1 1,4-1,-11 0,6 6,0-5,15 10,-3-5,-1 1,-8 1,-4-6,-6 1,0-3,-5 0,-4-1,3 1,-7-4,3-1,-4 0,1-2,-1 2,0-3,0 0,1 0,-1 0,0 0,4 0,-3 0,7 0,-3 0,4 0,0 4,0 0,5 0,8 3,-6-3,9 1,-15 2,9-3,-9 1,3 2,-4-3,0 0,0 0,0-4,-4 3,-1-2,1 5,-4-5,3 2,-4 0,0-2,-3 5,0-2,-4 3,-10-4,4 0,-7-10,5 2,1-5,-4-4,-5-2,0-10,0 9,4-4,5 13,-1-3,1 4,0 0,-5 0,4 3,0-2,2 5,2-5,0 2,-3 0,6-3,-5 7,2-7,-3 4,-1-1,2-2,-2 5,1-2,0 0,0 3,-1-4,1 4,0 0,-5 0,4 0,-3 0,0 0,-1-3,-5 2,1-6,-4 3,2-4,-2 0,4 0,-5 4,4-3,-4-1,5 3,0-5,3 2,-2-1,7-2,-4 4,5 0,0 0,3 0,-3 3,-1 1,3 0,-5 2,6-5,-4 5,1-2,0 0,-1-1,1 0,3-2,-3 5,3-2,-3 3,0 0,-1 0,1 0,0-3,-5 2,4-2,-3 3,0 0,2 0,-2 0,0 0,3 0,-4 0,5 0,0 0,-1 0,-6 0,5 0,-6 0,8 0,0 0,-1 0,1 0,0 0,-1 0,1 0,0 0,-1 0,1 0,0 0,-1 0,1 0,0 0,-1 0,1 0,0 0,-4 0,-1 0,0 0,1 0,4 0,-1 0,1 0,0 0,0 0,0 0,-1 0,1 0,0 0,0 0,0 0,-1 0,1 0,0 0,-1 0,-3 0,3 0,-7 0,6 0,-2 0,0 0,-1 0,0 0,0-7,1 5,2-8,-11 10,14-7,-13 7,14-7,-3 3,2 1,-2-1,0 4,-4-3,5-1,0-2,0 2,-1-2,1 5,0-5,0 5,0-2,-1 3,1 0,0 0,-1 0,1 0,0-3,0 2,0-2,-1 3,1 0,0 0,0 0,0 0,0-3,0 2,0-2,0 3,1 0,17 9,-6-7,14 7,-12-9,1 0,-1 0,0 0,0 0,0 0,1 0,-1 0,0 0,0 0,0 0,0 0,0 0,0 0,0 0,0 0,0 0,-1 0,-2-6,-1-3,0 0,-2 3,2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49:09.135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788 106,'-23'0,"1"0,5 0,5 0,-19 0,16 0,-17 0,17 0,-1 0,3 0,-2 0,7 0,-3 0,-1 0,4 0,-3 0,4 0,-1 0,-3 0,3 0,-3 0,4 0,-1 0,-3 0,3 0,-3 0,3 0,1 0,0 0,-1 0,1 0,0 0,0 0,-1 0,1 0,0 0,0 0,0 0,0 0,0 0,-1 0,1 0,0 0,-1 0,1 0,1 0,-1 0,0 0,0 0,0 0,0 0,0 0,0 0,1 0,-1 0,0 0,0 0,0-3,0 3,-3-3,2 3,-2 0,3 0,1 0,-1 0,0 0,3-6,1 1,6-5,1 3,7 0,-3 0,7-1,-7 1,3 3,0-2,-2 2,2-1,-4-1,0 5,0-2,1 0,3 2,-3-2,3 3,-4 0,0 0,1 0,-1-3,0 2,0-2,1 3,-1 0,0 0,0 0,1 0,-1 0,0 0,0 0,0 0,1 0,-1 0,0 0,0 0,0 0,0 0,1 0,-1 0,0 0,0 0,0 0,0 0,0 0,0 0,0 0,0 0,-1 0,1 0,0 0,0 3,-3 1,2 0,-5 2,5-2,-5 2,2 1,-3-1,0 1,0-1,0 1,-3 0,-1-1,-7-2,2-1,-6 1,3-4,0 4,-3-1,2-2,-3 2,4 0,-3-2,3 2,0-3,-3 0,6 0,-6 0,7 3,-3-2,3 2,-3-3,3 0,-3 0,3 0,-3 0,3 0,-4 0,5 0,0 0,-1 0,1 0,0 0,-4 0,2 0,-2 0,4 0,-5 0,4 0,-6 0,6 0,-3 0,4 0,0 0,0 0,-1 3,1-2,0 2,-1-3,1 3,0-2,-1 2,1 0,0-2,-1 2,1-3,0 0,0 0,-1 0,2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49:12.328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825 1,'-19'0,"-2"0,13 0,-3 0,4 0,-5 0,-14 0,11 0,-14 0,21 0,-15 0,13 0,-12 0,14 0,-3 0,-1 0,4 0,-3 0,4 0,-1 0,1 0,0 0,0 0,0 0,-1 0,1 0,0 0,0 0,0 0,0 0,0 0,0 0,0 0,0 3,0-2,0 2,1-3,-1 0,0 0,0 0,-1 0,1 0,0 0,1 0,-1 0,0 0,0 0,0 0,0 0,0 0,0 0,0 0,-1 0,1 0,0 0,0 0,0 0,-1 0,1 0,0 0,-1 0,1 0,0 0,0 0,0 0,-1 0,1 0,0 0,0 0,0 0,0 3,3 1,-3 0,6 2,-5-6,2 6,-3-5,0 2,0-3,3 3,-5-3,4 3,-5 0,4-2,2 5,-2-6,2 6,-3-5,0 2,0-3,1 3,-1-2,-3 2,3-3,-3 0,3 0,0 0,0 0,0 3,0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49:39.445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 0,'11'14,"-5"-1,1-9,-3 1,3-1,-1 2,1 1,0-1,0-2,0 2,-1-2,2-1,-5 3,4-5,-3 2,3-3,0 3,0 1,0 0,-3 2,2-5,-2 5,3-6,-3 6,2-5,-2 5,2-6,-2 6,2-5,-2 5,0-2,-1 2,0 1,-2-1,2 1,-3-1,3-2,1 2,0-3,3 1,-7 2,7-2,-4 2,4 1,0-1,0-2,-4 2,4-2,-3-1,0 4,2-7,-5 6,5-2,-2 0,0 2,3-2,-7 3,7-4,-7 3,4-2,-1 3,-2-1,5-2,-5 2,2-3,0 4,1-3,0 2,2-3,-6 4,7 0,-7-1,7 1,-6 0,5 0,-5-1,5 1,-2 0,0 0,2-4,-5 3,5-2,-2 0,-1 2,3-2,-2-1,0 3,2-2,-2 0,0 2,2-3,-2 1,-1 2,3-2,-5 3,6-1,-3 1,3 0,-3 0,2-4,-2 4,3-4,-3 4,3 0,-3 0,3 0,-3 0,3 4,-3-4,3 4,1 0,-1-3,-2 2,1 1,-2-3,4 2,-1-3,-3 0,3 0,-7 0,7 0,-6 0,5 0,-2-1,0 1,-1 0,0-3,-2 2,5 0,-5 2,5-2,-5 0,2-2,0 3,-2-1,2 1,-3-1,3 1,-2 0,2-1,-3 1,3 0,-2 0,2-1,-3 1,3-3,1 2,0-2,-1 3,0-1,-2 1,5 0,-5-1,5 1,-5 0,5 0,-5 0,5-1,-5 1,5 0,-5 0,6-3,-7 2,4-2,-1 3,1 0,0-1,2-2,-5 2,2-2,0 3,1-1,0 1,2 0,-5 0,6 0,-6 0,5-1,-5 1,5 0,-2 0,0 0,3 0,-3 0,3 0,-3 4,2-4,-5 4,5-4,-5 0,3 0,-1-3,-2 2,2-2,-3 2,3 1,-3-1,4 1,-1-1,-3 1,3-1,1 1,-4 0,4-1,-4 1,0 0,0-1,2 1,-1-1,2 0,-3 1,0-1,0 0,0 1,0-1,0 1,0-1,0 0,0 1,0-1,3 0,-2 1,5 0,-5-1,2 1,0 0,-2-1,2 1,0-3,-2 1,5-1,-2 0,0 2,5-5,-4 2,4-3,-2 0,0 0,-3 5,-1 0,-3 4,0-2,0 0,0 0,0 6,0-5,0 5,0-6,0 0,0 0,0 0,0 0,0 0,0 0,0 0,0-1,0 1,0 0,0-1,3 1,-2 0,2 0,-3 0,3 0,-2 3,2-2,-3 7,3-8,-2 8,2-7,-3 2,0-3,0 0,0 0,0 0,0 0,0 0,0 0,0-1,0 1,0-1,0-21,0 10,0-18,0 16,0-3,0 2,0-2,0-1,0 3,0-3,0 1,0 2,0-3,0 4,0 0,0 0,0 0,0 0,-3 1,-1 2,-3-2,0 5,3-5,-3 2,3 0,-3-2,-1 5,4-5,-2 2,2 0,-4 1,4 0,-2 2,2-2,-3 3,-1 0,2 0,-1 0,0 0,-1 0,5 6,0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0:22.754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 4530,'0'-41,"7"14,9-7,3 9,10-14,-9 7,11-6,-16 11,15-8,-19 9,8-1,-6 1,1 1,3 0,1 0,0-6,0 0,1-6,0 5,-1 2,-1 5,-3 0,-2 4,-3 1,-1 0,0 4,0-4,1 0,3-8,-3 6,3-5,-4 12,0-1,0 1,-4 0,3-1,-2 1,-1 0,3-1,-6 4,6-2,-2 2,2 1,-2-4,2 3,-3 1,4-4,-1 4,1-5,0 1,8-16,-1 7,2-8,-1 12,-8 5,4 0,-1 3,-2 1,2 6,-7-1,-1 3,-3-4,3 0,-2 1,2-1,0 0,-2 0,2 0,-3 0,4-4,-3 0,2-5,-3 5,0 0,0 4,0 31,0-9,0 27,0-12,0-3,-8 19,2-10,-14 21,11-30,-3 2,5-19,3-2,-8 3,4-4,-3 0,-1 0,0 1,0-1,-3 4,6-3,-6 6,3 1,0 1,-3 2,6 2,-7 1,2 4,-4 0,1 0,-1 0,1-4,0 3,4-7,-3 2,7-4,-2-3,6-1,-1-4,2 0,-3-1,-1 1,-2 3,1-2,2 2,1-3,2 0,-4 0,1 0,3 0,-3-1,3 1,-3 0,0 0,-1 0,1 0,0 0,2 0,-1 0,5 0,-2 0,0-4,2 4,-2-1,-1 2,3 2,-2-3,0-3,2 2,-5-3,5 4,-6 0,3 0,0 4,-2-3,1 6,-2-6,-1 6,4-6,-3 3,6-4,-6 0,7 0,-4-1,1 1,19-13,-12 0,20-9,-15 8,2 0,-4 3,1 0,-1-2,0 5,0-5,0 5,1-5,-1 2,0 0,-3-2,3 2,-3-3,3 0,0 0,0 0,-3 0,3 0,-3 3,3-2,0 2,-3-3,3 0,-3 3,0-2,2 2,-2-3,3 0,-3 0,2 3,-2-2,3 2,0-2,0-1,-3 0,2 4,-5-4,5 4,-2-4,3 0,0 0,0 0,1 0,-1 0,0 0,0 0,1 0,-1-4,0 3,1-3,-1 4,0 0,1-3,-1 2,1-3,-1 4,0 0,1 0,-1 0,0 0,0 0,0 0,1 3,-1-2,0 2,0-3,-3 0,3 0,-3 3,0-2,2 5,-2-5,3 5,-3-5,3 2,-6-3,5 3,-2-6,3 6,-3-6,2 3,-5 0,6 0,-7 0,7 0,-3 0,0-4,2 3,-2-3,4 1,-1-2,1 0,0-2,0 2,0-8,0 4,0-4,0 5,0-1,0 1,1-5,-2 7,2-5,-2 6,1-4,0 5,0-4,0 4,-4-5,3 1,-3 3,4-2,0 2,-4 0,3-2,-3 6,4-6,-4 6,3-7,-2 0,-1-1,3-2,-3 6,0-3,3 8,-7-8,7 7,-6-3,5 1,-5 2,3-7,-1 7,-2-6,2 6,1-7,-4 4,7-1,-6-2,2 2,1-7,-3 3,2 1,-3 1,4 2,-3 1,2-4,-3 3,0-3,0 0,0-1,0 1,4-1,-3 1,2 0,-3 3,0-2,3 6,-2-7,2 7,-3-9,0 8,0-5,4 7,-4 0,4 0,-4 1,0-1,3 0,-2 0,2 0,-3 1,3-1,-2 0,2 0,-3 0,3 3,-2-3,2 4,1 21,-4-4,4 23,-4-12,0 0,-4 0,3 5,-12 34,6-13,-7 19,5-33,-1-1,5-14,-3 7,3-13,-3 4,0-5,-4-3,3 2,-2-5,3 1,1-3,0 0,-4 3,6-2,-5 2,6-6,0 2,-2-5,2 5,-3-6,3 7,-2-7,2 6,-3-2,0 3,0-4,3 3,-2-5,2 2,-3-3,0 0,0 0,-1 0,1 0,0 0,3-3,-3-5,6-8,-2 0,3-8,0 3,0-4,0-1,0 1,4 0,1 0,3 4,5-3,-4 7,2 1,-3 2,0 6,0-7,-1 7,0-2,-3 3,0-4,-1-1,-2 0,3-2,-1 2,2-7,0 2,6-10,-6 10,6-1,-3 3,-1 7,-2-2,1 3,-2 3,0-3,2 4,-5-4,2 0,1 0,-3-4,5 3,-2-3,0 4,2 0,-5 0,6 3,-7-2,9 5,-7-5,4 2,-6-2,0-1,3-7,-2 1,6-5,-6 7,5 1,-5 3,5 3,-5-2,6 5,-1-2,2 3,-1 3,-1 0,-5 8,2 0,0 1,2 7,3-7,0 12,0-7,1 7,-1-8,0 4,1 0,-1-8,0 7,-1-8,1 1,-4-1,0-4,-4 0,0-1,0 1,0 0,0 0,0 0,0 0,0 0,0 0,0 0,0 0,0 0,-4-1,4 1,-7 0,6 0,-5-3,5 1,-2-1,3 2,0 1,-3-1,2 1,-5-1,5 1,-2 0,0 0,2 0,-5-1,5 1,-5 0,5 0,-2 0,0 0,2-1,-6 1,6 0,-2 0,0-1,2 1,8-27,-1 11,9-23,-7 12,1-1,0-4,-1 0,-3-1,3 1,-7 4,3-3,-1 8,-2-4,3 4,-4 1,0 0,3-1,-2 5,6-4,-6 3,6 1,-6 0,5 4,-5-4,2 3,-3-2,0 3,4-4,-3 3,2-7,-3 7,3-2,-2 3,2 0,-3 0,0 0,0-3,0 2,0-2,0 3,0 0,4 0,-4 0,4 0,-4 0,0 0,0 0,0 0,0 0,0 0,0 0,0 0,0-4,3 3,-2-3,2 4,-3 0,3 0,-2-3,2 2,-3-3,3 4,-2 0,2 0,-3 0,0 0,0 0,0 0,4 0,-4 0,4 0,-4 0,0 0,0 0,3 0,-3 0,3 0,-3 0,0 0,0-3,0 2,0-3,0 4,0 0,0 0,0 0,4 0,-4 0,4-4,-4 3,0-3,0 1,0 2,0-7,0 4,0-1,0-3,0 4,0-5,0 5,0-4,0 4,0-5,0 1,0-1,0 1,0-5,0 4,0-4,0 5,0-1,0 1,0-1,0 1,0-4,0 3,0-2,0 6,0-2,0 6,0-7,0 7,0-6,0 6,0-7,0 4,0-5,0 1,0-5,0 4,0-9,0 9,0-8,-4 7,3-2,-3 3,1-10,2 7,-3-12,4 15,0-4,-4 0,3 4,-3-4,4 0,0 4,0-4,0 5,0-1,0-4,0 4,0-8,-3 7,2-7,-3 8,4-4,0-7,0 9,0-9,0 12,0 0,0-5,0 3,0-7,0 3,0 1,-3 0,2 4,-3 1,1 3,2 2,-6-1,6 3,-2-3,-1 0,3 3,-2-6,3-2,-4-1,3-2,-2 3,3-4,0 0,-4-1,3-3,-2 7,3-7,-4 3,3 0,-3 1,4 1,0 2,-4-3,3 5,-2 0,3-1,0 4,0-1,0 5,0-2,0 3,-3 0,2 0,-2 0,-1 0,4 1,-7 2,3-2,0 2,1-3,3 0,-3 1,2-1,-2 0,3 0,0 0,0 0,0 0,0 0,0 0,0 0,0 1,0-1,0 1,0-1,0 0,0 1,0-1,0 1,0-1,0 0,0 29,0-16,0 31,0-21,0 5,0-3,0-7,0 4,3-4,-2 5,6-1,-3-3,4 2,-4-3,4 5,-4-1,4 0,0 5,0-4,1 4,-1 0,-3-4,2 4,-6-5,6 0,-6-3,6 2,-6-6,6 7,-6-8,2 4,1-4,-4 0,4 0,-4 0,3 0,-2 0,2-1,-3 1,3 0,-2 0,2 0,-3 0,0 0,0-1,3 1,-2 0,2 0,-3 0,0-1,4 1,-4 0,4 0,-4-1,3 1,-3 0,3-1,-3 1,0 0,0-1,0 1,0 0,0-1,0 1,0 0,0-1,0 1,0 0,0 0,0 0,4 0,-4 0,4 0,-4 0,0 0,0 0,0-1,0 1,0 0,0 0,0-1,0 1,0 0,0 0,0-1,0 1,0 0,0 0,0-1,0 1,0 4,0-3,0 6,0-6,0 6,0-6,0 3,0-4,0 0,0 3,0-2,0 3,0-4,0 0,0-1,0 1,0 0,0 4,0-3,0 2,0-3,0 0,0 0,0 0,0 0,0 0,3 0,-2 0,2 3,-3-2,0 10,0-6,0 3,0-1,0-2,0 3,0 0,0-3,0 2,0-2,0 3,0 0,0-3,0 2,0-6,0 6,0-6,3 7,-2-4,3 1,-4 2,0-2,0 3,0 0,0 0,0-3,0 2,0-6,0 7,0-8,0 4,0-4,0 0,0 0,0 0,0 0,0 0,0-1,0 5,0-3,0 3,0-1,0-3,0 3,0-3,0 0,0 0,0 0,0 0,0 0,0-1,0 1,0-1,0 1,0 0,0 0,0 4,0 0,0 9,0 1,0 4,0 0,0-4,0 3,0-8,0 4,0-5,0-3,0-2,0-3,0 0,0 4,0-3,0 2,0-3,0 0,0 4,0-4,0 8,0 3,0-1,0 10,0-11,0 8,0-3,0 9,0-4,0 5,0-6,0 0,0 0,0 0,0-4,0-1,0-5,0-3,0-2,0-3,-4 0,4 0,-4 0,4 0,0 0,0 3,0-3,0 3,-3-6,2 1,-2-23,3 13,0-17,0 1,0 7,0-8,0 8,0 2,0-3,0-1,0 1,0-1,0 1,0-5,0 4,0-4,0 0,0 4,0-8,4 7,-3-3,2 5,-3 0,0-1,0 1,0 3,0-2,4 2,-3-8,2 4,-3-9,0 5,4-6,-3 6,3-11,-4 12,3-7,-2 6,3 3,-4-7,0 8,0-4,0 0,0 4,0-4,0 5,0-1,0 5,0 0,0 4,0 0,0 0,0 0,0 0,0 0,0 0,0 0,0-4,0 0,0-1,0-7,0 6,0-11,0 3,0-4,0 0,0 0,0 4,0 1,0 5,0-1,0 4,0-2,0 6,0-13,0 3,0-5,0-1,0 3,0-5,0 1,0 0,0 0,0-6,0 5,0-10,0 10,0-4,0 4,0 1,0 0,0 4,0-3,0 3,0-4,0 4,0-14,0 11,0-13,0 12,0 0,0 0,0 4,-4-3,3 7,-3-3,0 5,3 0,-2-5,-1 3,3-7,-2 3,-1-4,-1 0,-4 0,4 4,-10-10,8 8,-9-1,8 5,-3 11,2-3,-2 4,3 3,1 1,0 3,0 0,-1 0,1 0,0 0,0 0,0 0,0 0,0 3,3 1,-3 3,3 0,0-1,-2 1,5 0,-6 0,6 0,-5 0,5 0,-5-4,-1 0,0-3,-3 0,6 3,-2-2,2 5,0-2,-2-1,5 4,-6-4,4 1,-1 2,-5-5,7 5,-7-6,5 6,-3-5,0 2,0-3,1 0,-1 0,0 0,6-9,2 4,2-8,0 6,-3 1,4-1,-4 0,4 0,-4 1,0-1,0 1,0-1,0 0,0 1,0-1,0 1,0 25,0-9,0 21,0-16,0 0,0 5,0-4,0 11,0-10,0 5,3-7,-2 3,6-5,-6 0,2-2,-3-3,0 3,0-5,0 1,0 0,0 0,0 0,0 0,0-1,0 1,0-1,0 1,6-3,-2-2,6-2,-2 0,-1-3,0-1,3-6,-2 2,3-2,-4 6,4-2,-3 2,2 0,-3 1,1 3,-1 0,-3-3,2 2,1-2,1 3,-21 10,7-5,-17 9,15-7,1-4,-4 4,3-4,-2 1,6 2,-2-5,2 5,-3-2,0 2,3 1,1-1,0 1,2 4,-2 1,-1 3,3 5,-6-4,6 8,-6-8,6 4,-3-5,1 1,2-5,-6 4,6-4,-6 4,6-3,-7 2,8-6,-7 3,6-4,-6 0,7 0,-4 0,4-1,-3 1,-1 0,0 0,14-20,-4 9,15-20,-13 17,11-11,-10 5,5-1,-6 3,-1 4,0 0,1 3,-1-2,0 5,0-5,0 2,0 0,-3-2,2 6,-2-3,3 0,0 2,0-2,-3 0,-14 14,3-8,-9 13,9-12,-1 2,4-3,-2 1,2 2,0-2,-3 0,6 2,-5-2,5 3,-6-3,4 1,-1-1,1 3,3 3,0 6,0 5,0 9,0 2,0 10,0-4,0 4,0 1,0-5,0 4,0-11,0 5,0-10,0 0,0-2,0-8,0 4,0-9,0 4,0-7,0 2,0-3,0 0,0 0,0 0,3-1,-2 1,5-3,-5 1,8-4,-5 2,6-9,-2-2,0-11,0-2,1-5,0 1,0 0,-1 4,0 1,-3 5,2 0,-3 3,0 1,0 4,-4 0,0 0,3 0,-2 0,2 0,-3 0,3 0,-2 0,6-4,-3 3,8-17,-4 10,4-12,-4 16,-1 0,-3 0,-3 6,-5-1,-3 3,-1 2,-2-9,2 6,-6-10,5 3,-1 0,2 0,0 0,0 0,0-5,1 5,-1-4,3 7,-1-3,5 4,-3 0,4 0,0 1,0-1,13 15,-7-8,8 15,-8-14,-2 2,3 0,0-3,0 3,-3 0,-1 3,-3 2,0 5,0-2,0 20,0 3,0 22,5 0,1 3,-3 34,5-22,1-1,-8 6,10 15,-4-22,0 18,-2-7,-5-8,0-1,0-7,0-6,0-3,0-11,0-2,0 1,0-10,0-1,0-12,0-5,0 0,0 0,0 1,0 3,0-2,0 2,0 1,-3-3,2 7,-3-8,4 0,-4-2,4-6,-4 10,4-10,0 6,-3-7,2 0,-2-1,-1 1,4 0,-4 0,1-4,-1-21,0 6,1-22,3 8,0-5,0-6,0 1,0-34,0 26,0-26,0 39,0-5,0 10,0-10,0 10,0-10,0 10,0-4,0-1,0-11,0 7,0-11,0 19,0-3,0 4,0 6,0-5,0 9,-4-8,3 7,-6-2,6 3,-6 1,6-1,-6 5,6 0,-5 4,5 0,-6 3,3 1,-3 3,1 0,-1 3,-1 5,4 7,1 6,3 9,0 2,0 17,0 2,0 13,0-7,0 6,0-12,-5 11,4-17,-4 4,5-13,-4-8,3 1,-3-13,4 4,0-5,0 5,0-4,0 4,0-1,0-2,-3 7,2-8,-3 4,4-9,0 4,0-4,0 1,0 2,-4-3,4 1,-4-2,4-3,0-1,0-22,0 3,0-21,0 4,4-2,2-26,-1 10,5-48,-4 39,1-22,-3 35,0 2,-3 10,4-3,-5 8,4-3,-3 9,2-3,1 7,-3-2,2 3,-3-2,0 5,0-1,0 7,0 0,0 0,0 0,0 0,0 0,0 1,0-1,0-4,0 3,0-7,0 7,0-6,0 2,0 1,0 0,0 4,0 0,0 0,0 0,-3 3,3-2,-10 5,8-5,-7 5,5-2,-4 3,1 0,1 0,-1 0,0 0,0 0,1 0,-1 0,0 3,3 0,1 4,3-1,0 5,0 0,0 4,0-1,0-3,0-1,0-3,0 0,0 0,0 0,0 0,0 0,0 0,0 0,0-1,0 1,0 0,0 0,0 0,0 0,0 0,0 0,0 0,0-1,0 1,0-1,0 1,0-1,0 1,0 0,0 0,0 0,0 0,0 0,0 0,0-1,0 1,0 0,0 0,0 0,0 0,0 0,-7 0,5 0,-5 0,7 4,0-3,0 2,0-3,0 0,0 0,0 0,0 0,0 0,0 0,0 0,0 0,-3 6,2-4,-3 5,4-7,0-1,0 1,-3 0,2 0,-2 0,3 0,0 0,0 0,-4-1,4 1,-4 0,4-1,-3 1,3 0,-4-1,1 1,3 0,-3-1,3 1,-3 0,2 0,-2 0,3 0,-4 0,4-1,-4 1,4 0,-3 0,2 0,-2 0,3 0,0 0,-3 0,2 0,-2 0,-1-1,4 1,-7 0,6 0,-2 0,0 0,2 0,-2 0,3 0,-4-3,4 2,-7 0,7 2,-4 1,1-5,2 2,-5-2,5 3,-2 0,0-1,2 1,-6 0,7-1,-3 1,-1-4,3 3,-5 1,5 0,-5-1,5 0,-2-2,0 3,-1 0,0 0,-3 0,6 0,-5 0,5-1,-6 5,3 1,-5 3,1 0,4 1,-3-1,3-4,-1 4,-1-8,1 8,1-7,1 2,-1-3,3 0,-2 0,3 0,0 0,-3 0,2 0,-2-1,3 0,-3 1,-1-3,0 2,-2-5,2 8,0-5,1 6,0-7,2-17,-2 3,3-8,0 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0:26.626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311 1,'-19'0,"2"0,10 0,0 0,-1 0,1 0,0 0,0 0,0 3,0-2,0 5,0-5,0 4,0-4,3 5,-2-5,2 5,-3-3,3 4,-2-1,5 1,-5-3,5 2,-2-2,-1 3,0-4,0 4,-2-7,5 6,-5-2,2 3,-3-4,3 3,-2-5,2 5,-3-2,0 2,0 1,0-1,0 0,0 1,4-1,-4-2,7 2,-7-2,3 0,1 2,-3-3,2 1,-3-1,3 0,-3-2,3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0:31.885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443 1,'-22'0,"4"0,3 3,7 1,-7 0,7 2,-7-5,6 5,-9-2,9 3,-13 1,13-5,-6 4,8-7,0 6,-1-2,1 0,0 2,-1-5,1 5,0-2,-1 0,1 2,0-5,-1 2,1 0,0-2,3 5,-6-2,5 2,-5 1,3 0,0-1,0 1,-1-3,4 2,-2-2,2 0,0 2,-3-5,3 5,-3-3,0 1,3 2,-2-5,2 2,-3 0,0 0,3 4,-2-4,5 3,-5-2,2 0,0 2,1-2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0:41.759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0 0,'23'16,"1"-2,-11-7,3 1,-1-1,1 1,0 0,0-1,0 1,0 0,-4-1,3 4,-2-3,-1 3,3-4,-3 1,0-1,3 4,-3-3,4 6,-4-5,3 2,-3-4,1 4,2-3,-7 3,7 0,-3-3,4 7,0-3,5 0,-4 2,3-1,8 6,-9-6,9 5,-8-9,-3 6,4-6,-5 5,4-5,-2 5,-2-5,-1 2,-3-4,0 0,0 1,-1-1,-3 0,3 0,0 0,-3 0,3-2,0 1,-2-5,5 8,-2-4,-1 5,0-5,1 1,-4-2,3 0,0 3,-3-3,3 3,0 0,2 0,-1 1,3-4,-3 2,0-2,3 4,-7-1,3-3,-4 2,1-2,-1 0,0 2,0-2,0 0,0 2,-3-3,-15-16,4 1,-16-14,10 6,-3 5,0-1,-12-7,9 6,-9-6,12 11,0-2,0 5,0-2,0 3,0 0,0-3,4 3,-3-3,2 3,-3 1,0-5,4 4,-3-3,-1 1,3 1,-5-5,10 6,-7-6,6 6,-2-7,-1 7,4-3,-4 0,5 3,-1-3,1 5,0 2,0 1,0 0,0 2,-1-5,1 5,0-5,0 5,24 12,-3 0,23 17,3 3,-14-8,12 6,-17-13,6 1,-6-1,0 0,-1-4,-3 3,0-3,3 0,-3 6,5-5,-3 3,-6-2,2-5,-3 2,0-4,-1 0,0 4,-2-3,2 2,0-3,-3 0,3 1,0-1,-2 0,6 1,-7-1,7 3,-3-1,7 5,-6-6,5 3,-10-4,7 0,-6 0,2 0,0 1,1-1,0 0,3 1,-3-1,4 1,0-1,0 1,0 3,0 1,5 0,-4 3,3-6,-1 8,-2-8,-2 5,0-6,-6-1,2-3,-4-1,0 0,0-2,1 2,-1-3,0 3,0-2,1 2,-1-3,4 3,-3-2,7 6,-7-3,7 0,1 5,0-7,0 8,-5-10,0 3,-3 0,3-2,-4 2,1 0,-1-2,0 2,0-3,1 3,-1-2,0 2,0 0,0-2,1 2,-1 0,0-2,-1 2,-2 0,2-2,-2 5,3-5,0 5,-1-3,1 1,-3 1,1-4,-4 8,5-8,-2 8,5-8,7 2,10-3,7 0,0 0,4 0,-4 0,39 0,-31 0,25 3,-40-2,0 7,1-7,-1 6,-5-6,0 3,0-1,-4-2,8 7,-8-7,4 6,-1-6,-7 5,7-5,-12 2,7-3,-7 0,7 0,-7 0,2 0,-3 0,1 0,-1 0,0 0,0 0,0 0,1 0,-1 0,0 0,4 0,-3 0,4 0,-5 0,0 0,0 0,0 0,1 0,-1 0,0 0,0 0,1 0,-1 0,0 0,0 0,0 0,0 0,0 0,0 0,0 0,-1 0,1 0,0-3,0 2,1-2,-1 3,0 0,0 0,1 0,-1 0,0 0,0 0,0-3,1 2,-1-2,0 3,0 0,0 0,1-3,-2 2,1-5,0 5,0-2,0 3,0 0,1 0,-1 0,0 0,4 0,-3 0,3 0,-3 0,-1 0,0 0,0 0,1 0,-1 0,0 0,0 0,0 0,1-3,-1 2,0-2,0 3,0 0,0 0,1 0,-1 0,0 0,0 0,0 0,1 0,-1 0,-1 0,1 0,0 0,0 0,0 0,0 0,3 0,-1 0,1 0,-3 0,0 0,1 0,-1 0,0-3,0 2,1-2,-1 3,0 0,0 0,0 0,1 0,-1 0,0 0,0 0,1 0,-1 0,0-3,0 3,0-3,0 3,0 0,0 0,0 0,1 0,-1 0,0 0,0 0,1 0,-1 0,0 0,0-3,0 2,1-2,-1 3,0 0,0-3,1 2,-1-2,0 3,0-3,0 2,1-2,-1 0,3 2,-5-5,5 5,-6-2,3 3,0 0,1 0,-1 0,0 0,0 0,0 0,5 0,-4-4,3 4,-4-3,0 3,0 0,1-4,-1 4,0-3,4 3,-3 0,2-4,-3 4,1-3,-1 3,0-4,0 4,0-3,1-1,-1 4,0-3,0-1,1 4,-1-3,0 3,0-4,0 4,1-4,-1 1,0 3,0-4,0 4,1-3,-1 3,0-4,0 4,0 0,0-3,0 3,0-4,1 4,-1 0,0 0,0 0,0 0,0 0,0 0,0-3,0 3,0-4,-3 1,2 3,1-4,1 4,2 0,-4 0,1 0,0-3,-1 3,1-4,0 4,0 0,0 0,-1 0,2-6,-1 4,7-11,-5 8,5-5,-7 3,0 3,0 1,-3 0,2 2,-2-5,3 5,0-2,0 3,0 0,0-3,-1 2,2-2,-2 3,-2-3,5 2,-4-2,4 3,1 0,-2 0,2 0,-3 0,0 0,0 0,1 0,-1 0,0 0,0 0,0 0,0 0,0 0,1 0,-1 0,0 0,0 0,0 0,0 0,0 0,0 0,-1 0,2-3,-2 2,1-2,0 3,0 0,0 0,-1-3,1 0,0-4,-4 1,3-1,-5 0,6 0,-3 0,3 0,-3 0,2 3,-2-2,3 3,0 4,0 1,0 4,0 0,0-5,0 2,0-3,1 0,-1 0,0 0,0 0,1 0,-1 0,0 0,4 0,-6 0,2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0:58.655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1073 0,'0'23,"0"-3,-7-5,-2-1,-7 2,-5-4,-7 10,-1-11,-9 12,10-10,-16 12,20-7,-13 6,15-8,0 0,1 0,9 0,-3-1,2 0,1 1,0-5,1 4,2-4,-3 4,5-3,-1 2,0-6,1 3,-1-4,-3 0,6 4,-9-3,9 6,-7-2,4 2,1-2,-2 7,1-7,0 8,0-5,-1 5,-2-4,1 4,-1-5,3-3,0 2,0-6,1 3,3-4,-3 0,3-1,0 1,-2 3,5-2,-3 1,4-2,-3-4,2 6,-2-5,6 3,9-12,1 0,8-15,0 7,2-8,11-7,-10 9,17-21,-26 22,13-10,-16 13,1 0,2-1,-3 1,1-1,2 1,-3 0,4-1,0 1,-4 3,3-2,-3 2,1-3,6 2,-5-1,14-2,-11 0,6 0,-7 5,-3 4,2 2,-7-1,3 5,-4-2,-3 0,2 3,-2-6,0 2,-1-3,0 3,-2-2,-11 15,3-6,-14 14,9-5,-4 3,-8 12,6-9,-10 15,11-19,1 7,5-13,-1 6,4-6,0 3,1-4,3 0,-3 0,3-1,-3 1,3 0,-3 0,3 0,-3 0,3 4,-4-4,0 8,1-4,-5 5,3-1,-10 11,5-7,-6 7,8-14,-3 2,7-6,-3 2,3 1,0-3,1 3,-1-5,1 1,0 0,-1 0,-3 0,3 0,-3 1,3-1,4-1,-2 1,2 0,-3 0,-1 0,5-1,-4-2,6 2,-2-2,0 3,2-1,-5 1,5 0,-12 19,11-11,-11 20,8-14,-4 4,-4 5,3-3,-4 3,5-5,0 0,1 0,-1 1,0-1,0 0,0 0,0 0,0 5,0-3,0-1,0-2,5-4,-4 1,4-1,-4-5,3 0,2-3,3-1,-4-4,3 3,-2-3,3 3,0-3,0 0,0 0,0 0,-3 0,2-1,-2 1,3 0,0 0,0 0,0 0,0 0,0 0,-3 0,2 0,-2-1,3 1,-4 0,3 0,-2 0,0 0,-1 0,0-1,-2-2,5-21,-2 0,3-22,0 7,0-4,0 4,4-3,1 8,4-3,0-1,0 5,0-4,1-1,-1 0,1-12,-1 5,1-10,0 4,1-5,4-1,1 1,4-1,6 5,-10 7,7 7,-10 5,0 5,0 2,-5 3,0 1,-1 3,4-5,-6 8,5-5,-9 3,6 3,-7-2,7 3,-6 0,5 3,-5-3,2 4,-13 21,-1-4,-5 18,3-8,1-3,2 4,-13 14,11-15,-3 9,8-18,-2 5,0-4,-4 9,5-9,-1 4,1-5,4 0,-3 0,2 1,1-5,-4 4,4-4,-1 5,-2-1,6 0,-6 0,3 1,-1-1,-2 0,6-3,-6 2,6-2,-3 3,1-3,2 2,-6-2,7 3,-8 0,3 5,-3 7,0-4,0 3,0-10,-1 3,1-2,0 2,0-3,3-1,-2 0,2 5,0-4,-2 4,2 0,0-4,-2 4,6-1,-6-2,6 2,-6-3,6 3,-6-2,6 2,-3 1,0 1,3 0,-7 3,7-4,-7 6,7-1,-6 0,6 5,-7-8,7 7,-6-12,6 2,-3-3,4-1,0-4,0 4,-3-4,2 8,-3-3,4 2,0-3,0 1,0-1,0 0,0 1,0 3,0-2,0 2,0 1,0-4,0 4,0-5,0 1,0-1,0 0,0-3,0 2,0-2,0 7,0 5,0-2,0 0,0-6,0-1,0 0,0 5,0-4,0 8,0-3,0 4,0 1,4-1,-3-5,3 4,-4-7,4 3,-3-5,6 3,-6-2,5-1,-5-1,2-6,1 6,-3-6,6 7,-6-4,5 1,-5-2,6 1,-6-3,6 3,-7-5,7 5,-6-3,6 3,-6-5,2 1,0 0,-2 0,5 3,-5-2,2 2,1-6,-4 2,4-2,-1 3,-2 0,5-1,-5 1,2 0,0 0,-2 0,5-1,-5 1,2 0,0 0,-2-1,2 1,-3-1,0 1,3 0,-2-1,2 1,-3-1,0 1,3 0,-2-25,2 0,-3-24,0 6,0-1,0 5,0-14,0 11,0-29,0 18,0-28,0 32,0-25,0 27,5-22,1 11,5-5,-6 6,4 6,-8 2,3 5,-4 1,5-1,-4 0,3-5,-4 4,4-26,1 21,1-21,2 26,-7 1,3 6,0 6,-3 0,3-1,-4 1,0 0,0 4,0-3,0 3,0-4,0-5,0 3,0-3,4 4,-3 1,3 0,-4 0,4-1,-3 1,3 0,-4 4,3 1,-2 5,3 3,-4 2,0 3,0 0,0 22,-4-2,3 20,-7-8,-1 18,-1-8,-3 31,3-14,5-1,-6 16,10-31,-9 20,5-20,0 1,-4-6,8 4,-7-3,7-1,-7 16,7-13,-3 9,4-8,0-8,0 8,0-4,0 1,0 3,0-9,0 10,0-10,0 0,0-2,0-8,0 9,4-9,-4 4,4-9,-4 3,0-6,0 3,0 3,0-6,0 6,3-10,-2 2,2-26,-3 7,4-22,-3 9,3-15,-4 1,0-50,0 25,0-34,0 33,0-12,0 19,0-10,0 11,0-6,0 12,0 9,0 17,0 10,0 17,-4 25,-1 1,-1 20,-1-21,6 9,-3-8,4 8,0-4,0 1,0 3,0-3,0 4,0-4,0 3,0-9,0 5,0-6,0 5,0-4,0 10,0-5,0 6,0-1,0 1,0-1,0 1,0 0,0-1,0-4,0-2,0-5,0-4,0-2,0-7,0 2,0-6,0 3,0-4,0 0,0-1,0 1,0 0,0 0,0 0,0 0,0-1,0-28,0 7,0-30,0 18,0-8,0-8,0 9,-5-13,4 16,-7-6,2 0,1 1,-4-7,8 5,-8-10,8 10,-4-10,5 10,0-5,0 7,-4-17,3 17,-4-11,1 22,3 4,-3 5,4 5,-3 4,-1 4,-3-1,0 4,0 0,-1 7,0 6,4 13,-5 5,4 6,0 5,-4-4,8 24,-8-9,8 25,-4-12,5 12,0-19,0 10,0-11,0-7,0-2,0-13,0-8,0-4,0-8,0-5,0 0,0-4,6-23,0-3,2-21,1-2,-8 4,8-5,-8-32,3 29,-4-41,0 35,0-5,0 7,0-5,0 3,0-12,0 0,-5 1,4 5,-4 2,5 7,0 5,0-4,0 10,0-5,0 6,0 6,0-4,0 12,0-1,0 8,0 4,0 2,-4 34,-1-9,-4 27,1-1,3-7,-4 14,8 1,-3-4,4 0,0 8,0-13,0 16,0 10,0-18,0 10,0-26,0-2,0-9,0 3,0-12,0 7,3-11,-2 6,2-6,-3 3,4-4,-4 0,4 0,-1-1,1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1:07.543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3723 969,'-23'0,"2"0,5 0,-5 0,8 0,-23 0,10 0,-14 0,9 0,4 0,1 0,0 0,-6 0,9 0,-8 0,9 0,-4 0,0 0,-1 0,1 0,0 0,-1 0,1 0,4 0,-3 0,3 0,0 0,-3 0,3 0,-4 0,-1 0,1 0,0 0,-1 0,5 0,-3 0,3 0,1 0,0 0,5 0,0 0,-4 0,7 0,-1 0,3 0,2 0,-2 0,0 0,-1 0,-1 0,-2-4,3 3,-4-2,0 3,0 0,0 0,-5 0,4 0,-8-4,3 3,-5-3,-6 1,9 2,-3-6,6 6,4-2,-4 3,5-3,0 2,0-3,0 1,-5 2,4-3,-4 4,5 0,4 0,-3-3,6 2,-6-2,7 0,-7 2,-1-6,3 6,-5-2,10 3,-4-3,5 2,-4-2,3 3,-4 0,5 0,0 0,-1 0,1 0,0 0,-1 0,1 0,0 0,-1-3,1 2,0-2,-1 0,1 2,0-5,-1 5,-3-6,3 7,-7-7,7 6,-2-5,2 5,1-2,0 3,0-3,-1 2,1-2,0 3,-1 0,1 0,0-3,0 2,-1-2,1 3,0-3,0 3,0-4,-1 4,1 0,0-3,-1 3,1-4,0 4,-1 0,-3 0,3 0,-7 0,6 0,-6 0,7 0,-7 0,6-3,-6 3,7-4,-3 4,0-3,2 2,-2-2,4 0,-5 2,4-5,-3 5,0-2,2 0,-2 2,4-2,3-1,-3 4,3-7,-3 7,0-3,-1 0,1 2,0-2,0 0,-1 2,1-2,0 0,-1 2,1-5,0 5,-1-5,1 5,0-5,-1 2,1-3,-4 0,2-1,-2 1,4 0,0 0,-1 0,1-4,-4 0,2 0,-2-3,4 6,3-3,-3 4,3 0,0 0,-3 3,7-1,-7 1,4 0,-4 1,0 3,0-3,0 3,0-3,-1 0,1 2,0-5,-1 2,1 0,0-2,-1 2,1-3,0 0,-1 3,-3-3,3 3,-3-3,3 3,1-2,0 2,-1 0,1-2,-4 2,2-4,-2 4,4-2,0 2,-1-3,1 3,0-2,-1 5,1-5,0 5,-1-5,1 2,0 0,-1-2,1 5,0-8,-1 7,1-7,0 5,-1 0,1-2,0 5,0-5,0 2,0 1,0 0,-1 0,1 2,3-6,-3 7,3-7,-3 7,0-7,-1 7,1-7,0 4,-5-5,4 4,-7-3,7 3,-8-3,8 0,-3-1,0 1,2 3,-2-3,4 3,0 1,-1-4,1 7,0-7,-1 7,1-7,0 3,-1-2,1 2,0-2,0 5,-1-2,1 0,0 2,-1-5,-3 1,3 1,-3-2,-1 2,4 0,-7-3,7 6,-4-6,5 7,0-7,-1 7,1-7,0 6,-1-5,1 2,0-2,0 2,-1 1,1 0,0 2,-1-5,1 2,-4 0,3-2,-4 5,5-5,-4 5,3-2,-4 0,5 2,0-5,-1 5,1-6,0 7,-1-3,4-1,-2 4,-1-3,-1 0,-2-1,3 0,0 1,3 0,-3 2,3-2,-3 3,0 0,-1 0,2-3,-1 3,3-6,-2 5,2-2,-3 3,4-10,0 8,3-8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1:14.764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1000 1406,'-19'-3,"2"-4,10 3,-4-3,6 0,-4 0,5 0,-4 3,4-2,-2 5,5-5,-9 2,6 1,-3-3,0 5,3-5,-3 5,0-2,4 0,-4 3,3-6,-3 2,0-3,0 4,1 0,-1 0,0 2,3-5,-2 5,2-5,0 2,-3 1,7-3,-7 5,3-6,0 4,-3-1,3-3,-3 4,0-4,0 0,0 1,0-1,0 1,1 2,2-2,-2 5,2-5,0 2,-3-3,4 0,-1 1,-3 2,7-2,-4 3,1-4,2 0,-5 0,5 0,-5 1,5-1,-5 0,5 0,-2 0,-1 0,3 1,-2-1,3 0,-3 0,2 0,-5 0,5 0,-2 0,0 0,3 1,-4-1,4 0,-3 0,3 1,-6 2,5-2,-2 2,0-3,2 1,-5-1,5 0,-6 1,7-1,-6 3,5-2,-2 3,0-4,2 0,-5 1,5-1,-5 3,5-2,-5 3,2-4,0 0,-3 0,3 0,-3 1,3-1,-2 0,3 0,-1 1,-2-1,5 1,-6 2,3-2,0 2,-2-3,2 0,-4 3,4-2,-2 2,2-3,0 0,-3 0,3 0,0 0,1 0,0 3,2-2,-5 2,1-3,-2 0,0 0,3 0,-2 4,2-4,-4 7,4-7,-2 4,2-4,-3 0,0 0,3 1,-2-1,5 0,-6 3,7-2,-7 5,3-8,0 4,-3-5,3 4,-3-1,0 0,4 1,-4 2,6-2,-5 5,2-8,0 5,-2-6,5 3,-5 0,5 1,-5-1,2 0,0 0,-2 3,5-2,-6 2,7-2,-7-1,6 0,-5 0,5 0,-5 0,5 0,-6 0,7 1,-7-1,6 0,-5 0,5 0,-6 3,7-2,-7 2,6-3,-5 0,5 0,-2 0,0 0,2 0,-2 1,0-1,2 0,-2 1,0 2,2-2,-5 0,5-2,-2-2,3 4,-3-1,2 0,-5 1,5-1,-5 1,5-1,-5 0,5 0,-2 1,3-1,-4 3,1-5,-1 5,-3-3,7 1,-4 2,1-3,2 0,-5 0,5 0,-6 0,7 0,-7 0,3 0,0 0,-3 0,3 3,0-2,-2 2,5-3,-2 0,-1 3,4-2,-4 2,4-3,-3 1,2-1,-2 0,3 0,0 0,0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1:31.621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 2776,'25'0,"-2"0,-2-4,-4 0,3-1,-4-2,17-1,-13-1,12-3,-12 4,5-6,-7 7,0-6,-10 12,-1-5,0 5,0-2,0 3,-3 6,6-17,-5 11,5-20,-6 12,3-3,-3 1,3 2,1-5,-1 5,-3-2,2 7,-5-3,5 2,-5-3,5 3,-5-2,5 2,-2-3,0 0,2 0,-2 0,0 0,3 3,-3-2,3 5,-6 12,4-7,-5 10,7-14,4 0,-3 0,2 0,1 0,-3 0,3 0,-3 0,-1 0,0 0,0-3,1-1,-1 1,0-4,0 3,0 0,1-2,-1 2,0-3,0 3,1-2,-1 2,3-6,-2 2,3-2,-4 6,0-2,1-2,-1 4,1-6,-1 6,0-3,0 0,0 3,-3-2,3 2,-3-3,3 3,-3-2,2 5,-5-5,5 2,-2 0,3-2,-3 2,3 1,-3-3,3 5,-3-5,2 5,-5-5,8 2,-4 0,2-2,-1 5,-5-5,9 2,-6 0,3-2,0 6,-3-7,3 4,-3-4,2 3,-5-2,8 2,-7-3,8 3,-6-2,3 5,-3-5,2 2,-2-3,3 0,-3 0,3 0,-3 0,3 0,-3 0,2 3,-2-2,3 2,-3-3,3 3,-6-2,5 2,-2-3,3 0,0 1,-4-1,4 4,-6-3,5 2,-2-3,0 0,2 0,-2 0,3 0,1-4,-1 3,1-2,-4 3,2 0,-2 0,0-1,3 1,-7 0,7 4,-3-4,0 3,2-3,-2 1,0-1,2 0,-2 0,0 0,2 0,-5-4,2 3,0-2,-2-1,6 3,-3-6,0 6,0-3,-1 4,1-4,0 3,3-3,-6 4,2 0,1-3,-3 2,5-3,-5 0,6 3,-7-6,7 6,-6-7,2 7,0-6,-2 6,3-3,-4 4,0 0,3-4,-2 4,3-4,-4 5,-11 27,5-10,-5 19,3-16,8-2,-8 3,4 1,-8 12,4-13,-4 13,4-16,0 3,-4-3,4-1,-3-4,3 0,1 0,3 0,-3 0,6 0,-5-3,2 2,-3-6,3 7,-2-4,2 1,0 2,-3-5,3 8,-3-5,0 3,3-1,-2-5,2 5,-4-6,4 7,-2-7,2 3,-3-3,1 0,-1 4,3-1,-3 1,7 2,-7-5,6-14,1 5,5-20,3 15,4-13,-4 9,4-6,-4 8,0-1,0 1,0 0,0 3,-1-2,1 2,-3-4,2 1,-3 0,4-1,0 5,-4-4,3 3,-6-3,6 0,-6-1,6 1,-6 3,2-2,1 6,-4-3,4 4,-1 0,-2 0,2 0,0 3,-2-2,2 2,0-3,-2 0,2 0,0 0,-2 0,6 0,-4 0,4 1,0 2,0 1,0 3,0 0,1 0,3 0,1 0,4 0,0 0,0 0,0 0,0 0,-4 0,3 0,-7 0,3 0,-4 0,1 0,-1 0,-16 10,5-5,-17 13,9-10,0 6,0-2,1 7,2-3,-6 5,7-8,-4 4,8-5,-3-1,6 0,-5-1,5-2,-6 3,6-4,-6 3,6-2,-6 3,7-4,-4 0,1 0,2 0,-2 0,3 2,0-1,11-27,-4 4,12-21,-9 11,6-7,-6 4,6-8,-6 11,7-6,3-2,0-4,10-2,-10 2,9 3,-10 3,0 10,-7 1,-5 8,1 1,-1 4,-3 0,3 0,-7 0,4 0,-4 0,0 0,0 0,0 1,0-1,0 0,0 1,0-1,0 0,0 0,0 0,0 0,0 0,0 0,0 0,0-4,-4 3,4-6,-4 2,1-3,2-5,-6 4,6-4,-6 4,6 1,-7 0,8-1,-7 5,6-4,-2 3,-1 1,4-4,-4 7,4-2,0 3,0 0,-3 0,2-4,-2 3,-1-7,3 7,-2-6,-1 2,3 1,-6-4,6 3,-6-3,6 0,-6-1,2 1,-3-5,0 4,3-9,-3 5,4-6,-5 1,0-3,0 3,1 1,0 4,3 5,-2 3,7-2,-7 2,2-3,1-1,0 1,0-5,3 4,-6-4,6 5,-3-1,1 1,2-5,-3 4,4-9,0 2,0 2,0 2,0 8,0 4,0 0,6 4,2 10,7 9,-3 4,0 2,-4-7,0-3,-1-2,0-3,1 0,-4 0,-1 0,0 0,-2 0,2 0,1 3,-4 6,4 5,-4 4,4 12,-3-10,3 10,-4-12,4 5,-3-3,7 3,-7 0,7 1,-7 6,8 0,-8-1,3 1,0-6,-3 4,3-8,-4-1,0-2,3-8,-2 4,3-2,-4-5,0 0,0-6,0 0,0 0,0 0,0 0,0 0,0 0,0 0,0-1,0 1,0 0,0 0,6-3,-2-1,6-6,-6-4,-1-9,-3-1,0-7,0-2,0 0,0-10,0 5,0-6,0 0,0 6,0 0,0 1,0 4,0-5,0 6,0 4,4-3,-3 3,2 0,-3-3,0 8,4-9,-3 9,3-8,-4 7,0-2,4 3,-3 1,2 3,-3-2,0 6,0-3,0 4,0 0,0 0,0 0,0 0,-3 0,-1 0,0 1,1-1,0 0,2-4,-2 0,-1-9,3 3,-3-7,4 3,0 0,-4 2,3 3,-2 5,-1 0,4 4,-4 0,1 3,3-2,-10 2,6 0,-7-2,4 6,1-3,-1 5,3 6,1 3,3 9,0 1,0 9,0 7,0 13,0 8,0 12,0 3,0-7,0 11,0-11,-5 7,4-2,-9-14,9-1,-8-7,8-5,-8-2,3-5,-3-1,-1 7,0 0,-5 1,-4 20,3-27,-3 20,7-34,2 6,-2-9,4 1,-1-1,1 0,0-4,-1 8,0-3,1-1,-1 5,1-9,-1 4,1-5,0-4,0 4,1-7,3 2,-3-3,6 0,-2 0,0-3,2-31,-2 3,3-27,5 9,1-16,5-1,5-12,-4 14,9-6,-4 6,0-7,-1 0,-5 6,-1 8,1 2,-6 15,-1-8,-4 14,0-8,0 9,0-5,0 6,0 4,0-3,0 7,0-2,0-1,0 3,0-7,0 3,0-15,0 8,0-9,0 12,0 4,0-3,0 8,0 0,0 1,0 7,0-2,-2 6,-6 18,-1-3,1 18,-9 19,5-5,-5 10,0 4,-2 10,6-12,0-1,-2 5,2 10,-2-11,4-1,1-7,0-7,0-7,5-4,-3-7,7-1,-6-7,2 6,1-7,1-2,3-3,0-4,0 0,0 0,0 0,0-1,0 1,0 0,0 0,0 0,-4 0,4 0,-4-1,4 1,0 4,0 1,0 3,0 0,0 0,0 1,0-1,0-3,0-2,0-3,0 0,7-3,-3-1,7-3,0-7,-3 2,7-9,-7 6,4-7,-5 8,1-8,-1 7,1-6,0 2,0-3,0-1,0-4,10-7,3-6,4 0,9-6,-7 6,8-7,-5 6,-5 2,-3 6,-5 5,0-3,-4 7,3 1,-7 2,6-5,-7 5,3-3,-3 10,-1 0,-3 0,2 3,-5-2,2 2,-3-3,0 0,0 0,0-4,0 4,0-8,0 3,0 1,0-4,0 7,0-2,0 3,0 3,0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1:47.461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1 324,'27'0,"19"0,3 0,17-10,8 3,-12-8,1 6,-1 2,-1 0,37-2,-67 6,-9 2,-1-3,-5 4,0 0,-1 0,1 0,5 0,1 0,-1 0,0 0,-5 0,0 0,0 0,0 0,-4 0,3 0,-3 0,9 0,-4 0,3 0,-4 0,0 0,5 0,-4 0,3 0,-4 0,5 0,-4 0,8 0,4 0,-5 0,3 0,-11 0,0 0,0 0,0 0,0 3,-4-2,3 2,-3 1,9-3,-4 2,8 1,-3-3,4 2,-4-3,3 0,-8 0,8 0,-8 0,4 0,6 4,-8-3,14 2,-12-3,6 0,-6 4,4-4,-3 4,0-1,-2 1,-4 1,0 1,0-1,5 3,-4-1,3 1,1 0,1 0,-1 0,5 1,2 2,-4-2,8 3,-15-4,8 0,-8 0,4 0,-5-1,0 1,5 0,-4-4,3 3,-4-2,0-1,0 3,0-7,5 8,-4-4,3 4,1-4,8 7,-6-6,5 6,-12-3,0-1,0 1,0 0,0-1,0 1,4 0,-3 0,8 0,-7 0,7 0,-8 0,3 0,1 0,-4-1,4 1,-1 0,4 7,3-1,-2 5,0-7,-4 4,2 0,2 2,-3 2,5-3,-6-1,5 1,-9-2,8 2,-8-2,8-2,-8 2,4-3,-1 4,-3-1,8 2,4 6,-5-5,8 1,-15-4,4-6,-9 2,3-1,-7-2,7 3,-7-4,7 1,-7-1,3 0,1 4,-4-3,3 2,0-3,-3 0,4 4,-1-2,5 12,-3-8,6 9,-7-6,1-1,2 0,-7-3,7 2,-6-2,2-1,-3 4,0-4,0 5,0-1,3 0,-2 1,6-1,-2 5,4 0,0 1,8 14,-10-11,9 12,-11-15,0-1,-1-5,-4 0,3 0,-2 1,2-5,-3 4,0-7,0 6,-1-6,1 6,-4-2,3-1,-3 4,3-8,-2 4,1 0,-5-3,10 13,-6-12,3 12,-1-5,-3 1,5 7,0-3,-1 4,1-5,-1 4,1-3,-4 4,2 1,-2-1,4-5,-1 4,1-3,0 4,-5-4,4 3,-3-3,0 0,6 10,-9-9,9 6,-6-4,-1-8,4 4,-7-5,6 0,-6 1,6-1,-6-4,6 4,-6-4,2 1,-3-1,4-1,-3-2,2 3,-3-1,3-6,-2 5,2-5,0 0,4-14,-2 0,1-12,-6 3,0 2,0-14,0 8,0-15,0 11,0-17,0 16,0-4,0 8,0 3,0 0,-4-3,3 8,-7-4,4 0,-1 4,-3-9,0-2,2 0,-6-5,8 11,-1-3,-2 7,6-3,-6 5,2 0,1-1,-4 1,4-1,-1 1,-2 0,6-5,-6 3,3-2,-1-1,-3-8,4 1,-5-5,0 11,4-3,-2 8,3-4,-5 0,1 3,0-2,0 7,0-2,0 2,0 0,0-2,1 2,-5 0,3-2,-3 2,4-4,0 1,0-1,-4-6,0 5,-1-5,1 6,5 5,-1-4,0 4,-4-5,4 4,-4-2,4 2,-3-3,2 0,-3-5,0 3,3-3,-10-2,9 5,-5-5,7 7,-4-1,3 1,-2 3,3-2,0 6,0-3,-3 7,3-2,-3 5,3-2,1 0,-4-2,-1-2,-1 0,-2-1,3-3,-4 3,0-7,0 3,0-3,0 3,3-3,-9 3,7 0,-4 1,4 3,6-2,-6 4,6-3,-2 5,4-3,0 0,-1 0,1 0,0 3,-1-3,1 4,-4-5,2 4,-2-2,1-1,1 2,-1-4,3 8,-1-5,1 2,0-3,0 3,-5-2,4 2,-3-1,4-1,-1 2,1-3,0 3,-1-2,1 2,0 0,-1-2,1 2,0 0,-1-2,-3 5,3-5,-7 2,6 0,-6-3,7 3,-7-4,6 1,-6-1,3 1,0 0,-3-1,3 1,-1-1,-2 0,3 4,-4-2,4 2,-3-1,2-1,-10-5,5 1,-5-4,7 2,0 4,0-3,-5-1,4 3,-4-3,5 5,0-1,0 0,0 0,0 1,0-1,0 0,0 0,-1 1,1 2,4-1,-6-2,5 0,-7-3,8 4,1 0,0-1,2 4,-6-3,7 3,-3-3,0 3,-2 1,1 0,1 2,0-6,2 7,-6-4,7 4,-3-3,0 2,-5-8,3 7,-5-8,1 9,4-2,-12 3,16 0,-15 0,10 0,-6 0,4 0,-1 0,-3 0,3 0,-4 0,5 0,0 0,0 0,-5 0,4 0,-8 0,3 0,-16 0,13 0,-12 0,15 0,4 0,-1-4,11 3,-7-6,6 7,-6-7,7 3,-3-1,3-1,-3 5,-1-5,-4 2,0-1,7-1,2 2,3 1,0-4,-7 7,3-7,-7 7,6-4,-6 4,3-3,-4 2,0-2,-5-1,4 3,-4-3,1 4,2 0,-7 0,8 0,-8-4,11 0,-5-4,6-2,-7 1,-2-3,0 4,-3-1,3 1,-4 0,-1 3,1 1,-26 4,20 0,-16 4,18 1,1 7,-4 2,2 3,4-4,1-1,-3 0,7-3,2-2,9-3,0-1,3-2,-4 5,1-5,3 5,-7-2,3 0,0 0,2-4,-1 0,3 0,-8 0,8 0,-3 0,4 0,-5 0,4 0,-3 0,3 0,1 0,0 0,0 0,0 0,0 0,1 0,-1 0,0 0,0 0,0 0,-1 3,1 1,0 2,-1 1,-3 1,3-1,-7 0,6-3,-2 3,0-3,-1 0,0 2,-4-2,4 4,-4-1,0 1,0 0,7-7,2-1,7-11,0 3,3-6,1 6,4-7,0 7,0-6,3 6,1-7,4 7,0-7,5 2,6 1,0-4,10 10,-9-6,9 11,-10-2,5 3,-10 0,3 0,-8 0,8 0,-3 0,9 0,-3 0,9 4,2-3,0 7,5-3,-5 4,-1-4,0 3,0-3,-5 4,4 0,-9 3,8-2,-3 3,17 3,-14-1,7 2,-16-2,-1-5,0 2,0-4,1 1,-6-1,4 0,-3 0,4 0,1 1,-1-1,0-3,1 2,-1-6,0 7,0-7,1 6,6-6,-5 6,1-6,-9 3,-4-4,-4 0,0 0,-5 0,0 0,0 0,0 0,1 0,3 0,1 0,4 0,4 0,2 0,4 0,1 0,-1 0,17 0,-7 0,9 0,-14 0,1 0,-5 0,0 3,-2-2,-7 6,2-6,-8 2,-1 0,-4-2,1 2,-1-3,0 0,0 0,1 0,-1 0,0 0,0 0,-24 0,11 0,-27-7,19 1,-18-13,8 9,-9-5,6 2,1 4,0-7,-13 7,15-3,-13 7,20-2,-9 6,9-2,-8-1,3 3,0-6,-3 6,3-6,0 6,-3-7,8 7,-8-2,7-1,-2 3,4-6,-8 7,2-8,2 7,0-6,8 3,-4 0,-1-3,1 6,0-6,4 3,-3 0,3-3,-4 3,0 0,-1-3,1 2,0-2,4 2,-3-5,3 5,-8-9,4 5,0 2,5 0,4 3,2-3,-1 0,5 0,-5 0,5 0,-2 0,3 0,0 0,0 0,0 0,6 0,2 4,4-1,7 4,-6 0,12 0,-7 0,7 0,-4 0,6 0,-1 4,-4 0,3 5,-4 3,1 0,3 1,-3-2,0 1,3-3,-4 6,1-6,3 7,-3-4,5 10,5-3,2 3,0 0,3-3,-3 4,-1-6,-1-3,-6 2,-4-7,-2 3,-8-5,-1 0,-3-3,-1 2,0-5,0 2,0 0,1-2,-1 1,0-2,0 4,0-1,0 1,1 2,-1-2,0 3,0-3,-3 2,3-2,-3 3,3 0,0-3,0 2,5-2,0 3,4 1,0-4,0 3,0-3,4 0,-3 3,7-3,-7 0,2-1,-7-3,-1 0,-4 0,1 0,-1 0,0 3,0-2,-23-8,7 1,-20-12,13 9,0-2,0 3,-11-10,8 5,-4-6,8 8,3 4,0-1,-3 1,6-1,-2 1,4 3,-1-2,1 5,0-5,-1 5,1-5,0 5,-1-2,1 3,3-3,-3 2,3-2,-3 3,0 0,0-3,0 2,-1-2,4 0,-2-1,2 0,0-2,-3 2,3 0,-3-2,0 2,-1 0,1-2,0 5,-4-5,2 2,-5-3,6 3,-3-3,4 4,-4-5,-1 1,-1-1,-2 1,3-1,-4-3,0-1,4 0,-3 1,6 4,-2 0,4 3,-1-2,1 5,0-2,0 3,1 0,-1 0,28 0,-7 0,26 0,-9 0,-3 0,3 0,-9 3,3 6,-8 3,8 4,-8 0,9 0,-9 0,8 0,-8 0,4 0,-5 3,0-2,2 7,-6-8,5 8,-8-7,3 2,-4 1,0-4,1 4,-1-5,-4-3,3 2,-6-6,3 10,-4-10,0 6,0-7,0 0,0 0,0 0,0-1,0 1,0 0,0 0,0 0,0 0,0 0,0-1,0 1,0 0,0-1,6-2,-2-2,6-2,-3 0,0 0,19 0,-11 4,16 0,-15 4,5 0,1 3,-1-2,4 7,-7-7,7 7,-4-7,1 2,3-2,-8-2,4 1,-5 0,4 0,-3 0,4 0,-9-4,3 3,-3-3,0 3,-1-3,1 3,-4-6,3 5,-4-5,0 2,-3 0,3-2,-3 5,3-3,0 1,0-1,-3 0,2-2,-2 2,3 0,0 1,1 3,-1 0,0 0,0-1,1 1,-1 0,0 0,0 0,4 4,1 0,1 1,2 2,-3-6,4 7,0-7,0 7,0-7,-4 7,3-7,-2 7,-1-7,3 3,-7-4,7 4,-7-3,3 2,0-3,-3 0,4 1,-5-1,0-4,0 4,0-4,1 4,-1 0,3 3,-2-2,3 2,-4-3,0 0,0 0,1 0,-1-1,0 1,0 0,1 0,-4 0,2-3,-5 2,5-2,-2 3,0 0,3 0,-3 0,3 0,0-1,1 5,-1 1,1-1,0 4,-4-8,3 8,-3-7,1 2,1-3,-2 0,0 0,2-4,-5 3,5-2,-3 2,4-2,0 2,1-2,-1 3,0 0,1 3,-1 2,1-1,0 4,-4-7,-1 2,1-3,-4 0,4 0,-4 0,0 0,0 0,-7-3,-1-8,-3-4,0-3,3-3,1 6,-4-16,2 13,2-9,0 13,6 0,-5 1,2-1,-3 0,0 0,3 0,-3 0,4 0,-1 0,-3 4,6-4,-5 7,2-10,-4 6,1-7,-1 1,1 2,3-3,-3 4,3 3,0-2,-2 5,2-2,-2 3,-2 0,2 0,8 11,4-1,10 14,1-4,0 1,11 17,-12-14,10 10,-17-14,6-5,-6 1,3 3,-3 2,3 0,-3 3,3-8,-4 4,0 0,0-4,1 4,-1-5,0 5,0-4,0 0,0-2,0-2,-1-1,-2 0,1-4,-5 4,5-4,-5 4,6-4,-3 0,3 0,0 0,-3 0,2 0,-1 0,2-1,-3 1,2 0,-2 0,3-3,-3 2,2-2,-2 2,4-2,-1 2,0-2,0 3,1 0,-1 0,0 0,0 0,0 0,1 0,-1 0,4 3,-3-2,7 6,-6-2,2 0,-3 2,-1-6,1 6,0-2,-1-1,1 4,0-4,0 1,-4 2,2-6,-5 6,2-6,-3 7,4-4,-3 4,2 8,-3-6,0 5,0-7,0 0,0-3,0 2,0-6,0 3,0-4,0-1,0 1,0 0,0 0,0 0,0 4,0-3,0 2,0 1,0-3,0 6,0-6,0 9,0-8,0 8,0-9,-3 3,2-4,-2 0,0 0,2-1,-6 1,4-3,-5-1,1-3,0 0,0 0,0 0,-1-7,4 2,-3-9,2 2,1-3,-3-1,6 1,-3 0,0-5,3 3,-3-3,4 9,0-4,0 4,0-1,0 1,0 4,-3 0,2 0,-2 0,3 0,-3 0,2-3,-6 2,7-7,-7 7,6-3,-5 4,5 0,-2-3,-1 2,4-3,-4 4,1-4,2 3,-6-6,6 2,-6 0,6-2,-6 2,6-7,-2-2,-1-16,3 4,-3-10,0 7,3-1,-8 5,8-3,-7 8,7-3,-6 5,2 4,0 1,-2 0,2 4,0-4,-2 0,2 4,-3-4,-1 0,1 4,-4-15,-2 8,1-14,4 15,0-7,4 8,-3 0,-1-3,1 3,-1-4,-4 0,3-1,-7-4,3 3,-4-3,0 5,1 4,-5-4,-8 1,1 0,-5-4,12 10,-5-3,5 5,-5-6,-6-6,12 4,-12-7,14 9,-5-5,-3 0,8 6,-2 0,0 9,4-3,-4 6,5-2,-5-1,4 0,-8-1,0-5,3 5,-1-6,7 7,0 1,-1 3,1 0,4 1,-3-1,3 1,-4-1,0 0,0 4,3-3,-2 7,7-7,-3 7,3-4,1 4,0 0,-1 0,1 0,-7 0,5 0,-10 0,7 0,0 0,-3 0,2 0,1 0,-3 0,3 0,-4 0,0 0,-5 0,4 0,-4 0,9 0,1 0,4 0,0 0,0 0,-1 0,1 0,0 0,-4 0,2 0,-2 0,4 0,0 0,0 0,-1 0,1 0,0 0,0 0,0 0,0 0,0 0,0 0,-1 0,1-3,0 3,0-4,-4 4,3 0,-4 0,-5-6,7 4,-12-8,5 9,4-5,-3 2,0 0,3 1,-8 3,5-4,0 4,4-4,0-7,4 8,0-8,1 11,0-3,0-1,-5-3,4 3,-3-3,4 3,-1-6,4-2,0-8,4-1,0 7,0 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22:51:53.665"/>
    </inkml:context>
    <inkml:brush xml:id="br0">
      <inkml:brushProperty name="width" value="0.1" units="cm"/>
      <inkml:brushProperty name="height" value="0.2" units="cm"/>
      <inkml:brushProperty name="color" value="#FD6F5E"/>
      <inkml:brushProperty name="tip" value="rectangle"/>
      <inkml:brushProperty name="rasterOp" value="maskPen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91DF81D-FF47-450A-8278-E98146055B13}"/>
              </a:ext>
            </a:extLst>
          </p:cNvPr>
          <p:cNvSpPr/>
          <p:nvPr userDrawn="1"/>
        </p:nvSpPr>
        <p:spPr>
          <a:xfrm flipV="1">
            <a:off x="11582400" y="6764020"/>
            <a:ext cx="609600" cy="1041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15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74A1EEB-5D10-40D5-B298-48A81D1185EC}"/>
              </a:ext>
            </a:extLst>
          </p:cNvPr>
          <p:cNvSpPr txBox="1"/>
          <p:nvPr userDrawn="1"/>
        </p:nvSpPr>
        <p:spPr>
          <a:xfrm>
            <a:off x="11276365" y="1774276"/>
            <a:ext cx="915635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sz="5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1898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2CC16F-7842-432E-9487-04C98B180115}"/>
              </a:ext>
            </a:extLst>
          </p:cNvPr>
          <p:cNvSpPr/>
          <p:nvPr userDrawn="1"/>
        </p:nvSpPr>
        <p:spPr>
          <a:xfrm flipV="1">
            <a:off x="0" y="1052513"/>
            <a:ext cx="609600" cy="1041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5DE0AD-1CEE-4CC2-B547-9CB9F4ACB242}"/>
              </a:ext>
            </a:extLst>
          </p:cNvPr>
          <p:cNvSpPr/>
          <p:nvPr userDrawn="1"/>
        </p:nvSpPr>
        <p:spPr>
          <a:xfrm flipV="1">
            <a:off x="11582400" y="0"/>
            <a:ext cx="609600" cy="1041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AA45CF-F299-4458-8441-FC3CA2AFB146}"/>
              </a:ext>
            </a:extLst>
          </p:cNvPr>
          <p:cNvSpPr/>
          <p:nvPr userDrawn="1"/>
        </p:nvSpPr>
        <p:spPr>
          <a:xfrm rot="16200000" flipV="1">
            <a:off x="-252730" y="6501130"/>
            <a:ext cx="609600" cy="1041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5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142FD1-F389-4CB0-AE41-F101B507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E9C72-D44A-4F74-84DB-F53F3F2B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01D3D8-F019-4514-988E-4EF8C15DF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8CBC9-6096-4A2F-9590-AEA863A925BA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E723EF-D242-45A7-B105-6EC97FF67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2BCB8-7248-4716-B19D-54DF2530C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87A08-A758-4FE9-B63C-49AED835B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17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8.tiff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3.xml"/><Relationship Id="rId30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AE31BED-ED93-480C-9BE9-5EA565937587}"/>
              </a:ext>
            </a:extLst>
          </p:cNvPr>
          <p:cNvSpPr txBox="1"/>
          <p:nvPr/>
        </p:nvSpPr>
        <p:spPr>
          <a:xfrm>
            <a:off x="2018371" y="1601521"/>
            <a:ext cx="84414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Bio-Signal Studies for a Relaxation-Based Biofeedback Training of Robot Users in Surgical Tasks</a:t>
            </a:r>
            <a:endParaRPr lang="zh-CN" altLang="en-US" sz="4400" b="1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1495EA-0A38-4572-AF64-1AA481704A27}"/>
              </a:ext>
            </a:extLst>
          </p:cNvPr>
          <p:cNvSpPr txBox="1"/>
          <p:nvPr/>
        </p:nvSpPr>
        <p:spPr>
          <a:xfrm>
            <a:off x="8003735" y="4344671"/>
            <a:ext cx="399182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MSc Robotics</a:t>
            </a:r>
          </a:p>
          <a:p>
            <a:pPr algn="ctr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Anni Gao (SID: 2543009)</a:t>
            </a:r>
          </a:p>
          <a:p>
            <a:pPr algn="ctr"/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GB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Prof. Giacinto Barresi</a:t>
            </a:r>
          </a:p>
          <a:p>
            <a:pPr algn="ctr"/>
            <a:r>
              <a:rPr lang="en-GB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r>
            <a:r>
              <a:rPr lang="en-GB" altLang="zh-CN" sz="2000" baseline="30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GB" altLang="zh-CN" sz="20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August 2025</a:t>
            </a:r>
          </a:p>
          <a:p>
            <a:pPr algn="ctr"/>
            <a:endParaRPr lang="zh-CN" altLang="en-US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986DE229-7AC5-4F64-8A90-19565F3EE30E}"/>
              </a:ext>
            </a:extLst>
          </p:cNvPr>
          <p:cNvSpPr/>
          <p:nvPr/>
        </p:nvSpPr>
        <p:spPr>
          <a:xfrm rot="20217552">
            <a:off x="-836584" y="5830681"/>
            <a:ext cx="1280160" cy="1280160"/>
          </a:xfrm>
          <a:prstGeom prst="arc">
            <a:avLst>
              <a:gd name="adj1" fmla="val 18554259"/>
              <a:gd name="adj2" fmla="val 3696515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C6DF0D52-9192-4F79-8993-C17F6EC9A411}"/>
              </a:ext>
            </a:extLst>
          </p:cNvPr>
          <p:cNvSpPr/>
          <p:nvPr/>
        </p:nvSpPr>
        <p:spPr>
          <a:xfrm rot="20217552">
            <a:off x="-1148710" y="5518554"/>
            <a:ext cx="1904413" cy="1904413"/>
          </a:xfrm>
          <a:prstGeom prst="arc">
            <a:avLst>
              <a:gd name="adj1" fmla="val 691350"/>
              <a:gd name="adj2" fmla="val 2846554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E2DEA2CD-38FB-4233-9EB8-0CEE78218A55}"/>
              </a:ext>
            </a:extLst>
          </p:cNvPr>
          <p:cNvSpPr/>
          <p:nvPr/>
        </p:nvSpPr>
        <p:spPr>
          <a:xfrm rot="7089368">
            <a:off x="11444694" y="-640080"/>
            <a:ext cx="1280160" cy="1280160"/>
          </a:xfrm>
          <a:prstGeom prst="arc">
            <a:avLst>
              <a:gd name="adj1" fmla="val 19178967"/>
              <a:gd name="adj2" fmla="val 3767372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997D871A-24C1-41A9-A02F-7C70A1BBA45D}"/>
              </a:ext>
            </a:extLst>
          </p:cNvPr>
          <p:cNvSpPr/>
          <p:nvPr/>
        </p:nvSpPr>
        <p:spPr>
          <a:xfrm rot="7089368">
            <a:off x="11132568" y="-952206"/>
            <a:ext cx="1904413" cy="1904413"/>
          </a:xfrm>
          <a:prstGeom prst="arc">
            <a:avLst>
              <a:gd name="adj1" fmla="val 977997"/>
              <a:gd name="adj2" fmla="val 3773178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6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E585026B-FFE0-947D-1164-6DF21AFB9E31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Scope &amp; Motivation</a:t>
            </a:r>
            <a:endParaRPr lang="zh-CN" altLang="en-US" sz="4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5" name="Picture 4" descr="Simulators - Surgical Science">
            <a:extLst>
              <a:ext uri="{FF2B5EF4-FFF2-40B4-BE49-F238E27FC236}">
                <a16:creationId xmlns:a16="http://schemas.microsoft.com/office/drawing/2014/main" id="{26DBF506-A4FC-786E-F610-6CADD63CE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721" y="2910468"/>
            <a:ext cx="4435477" cy="333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15">
            <a:extLst>
              <a:ext uri="{FF2B5EF4-FFF2-40B4-BE49-F238E27FC236}">
                <a16:creationId xmlns:a16="http://schemas.microsoft.com/office/drawing/2014/main" id="{7FBCAAF7-0975-A8B6-F4D0-4B2022214B48}"/>
              </a:ext>
            </a:extLst>
          </p:cNvPr>
          <p:cNvSpPr txBox="1">
            <a:spLocks/>
          </p:cNvSpPr>
          <p:nvPr/>
        </p:nvSpPr>
        <p:spPr>
          <a:xfrm>
            <a:off x="1141553" y="1589667"/>
            <a:ext cx="6186334" cy="40021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Robot-assisted surgery</a:t>
            </a:r>
          </a:p>
          <a:p>
            <a:pPr lvl="1"/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Higher precision 	</a:t>
            </a:r>
          </a:p>
          <a:p>
            <a:pPr lvl="1"/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Shorter recovery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Surgeon state critically affects outcomes</a:t>
            </a:r>
          </a:p>
          <a:p>
            <a:pPr lvl="1"/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Attention</a:t>
            </a:r>
          </a:p>
          <a:p>
            <a:pPr lvl="1"/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Stress / Relaxation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Biofeedback </a:t>
            </a:r>
            <a:r>
              <a:rPr lang="en-US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– helps </a:t>
            </a:r>
            <a:r>
              <a:rPr lang="en-US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to self-regulate</a:t>
            </a:r>
            <a:endParaRPr lang="en-GB" dirty="0">
              <a:solidFill>
                <a:schemeClr val="accent5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GB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Research gap</a:t>
            </a:r>
            <a:r>
              <a:rPr lang="zh-CN" alt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-</a:t>
            </a:r>
            <a:r>
              <a:rPr lang="zh-CN" alt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n-GB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Training systems rarely adapt to physiology</a:t>
            </a:r>
          </a:p>
        </p:txBody>
      </p:sp>
      <p:sp>
        <p:nvSpPr>
          <p:cNvPr id="7" name="文本框 75">
            <a:extLst>
              <a:ext uri="{FF2B5EF4-FFF2-40B4-BE49-F238E27FC236}">
                <a16:creationId xmlns:a16="http://schemas.microsoft.com/office/drawing/2014/main" id="{933A0DAA-A220-E73C-2944-9BD8F45B1E3B}"/>
              </a:ext>
            </a:extLst>
          </p:cNvPr>
          <p:cNvSpPr txBox="1"/>
          <p:nvPr/>
        </p:nvSpPr>
        <p:spPr>
          <a:xfrm flipH="1">
            <a:off x="6782976" y="6369972"/>
            <a:ext cx="5409024" cy="29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Image source: https://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</a:rPr>
              <a:t>surgicalscience.com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/medical-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</a:rPr>
              <a:t>specialities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/general-surgery</a:t>
            </a:r>
          </a:p>
        </p:txBody>
      </p:sp>
      <p:pic>
        <p:nvPicPr>
          <p:cNvPr id="8" name="Picture 8" descr="The Phantom Omni is a commercial device currently marketed by Geomagic.">
            <a:extLst>
              <a:ext uri="{FF2B5EF4-FFF2-40B4-BE49-F238E27FC236}">
                <a16:creationId xmlns:a16="http://schemas.microsoft.com/office/drawing/2014/main" id="{397D2047-E219-FB2D-6501-9416BF06B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330" y="0"/>
            <a:ext cx="4365702" cy="291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DF3DB9-4EA2-5D1B-6FE5-29277663DA85}"/>
              </a:ext>
            </a:extLst>
          </p:cNvPr>
          <p:cNvSpPr txBox="1"/>
          <p:nvPr/>
        </p:nvSpPr>
        <p:spPr>
          <a:xfrm>
            <a:off x="574276" y="5651859"/>
            <a:ext cx="675361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Can we design training platforms that adapt in real time to the surgeon’s physiology? </a:t>
            </a:r>
            <a:endParaRPr lang="en-US" sz="2800" dirty="0">
              <a:solidFill>
                <a:srgbClr val="E15226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1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A794-3B75-4E50-C06C-9A032E92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07BAEF1F-87C9-6583-44F0-0B046073E7B1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Aims &amp; Objectives</a:t>
            </a: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0E336618-9ADF-1090-9965-C42C27BB6DBD}"/>
              </a:ext>
            </a:extLst>
          </p:cNvPr>
          <p:cNvSpPr txBox="1">
            <a:spLocks/>
          </p:cNvSpPr>
          <p:nvPr/>
        </p:nvSpPr>
        <p:spPr>
          <a:xfrm>
            <a:off x="1068100" y="1664307"/>
            <a:ext cx="10917044" cy="17804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Aims: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Investigate how operator stress and attention levels influence accuracy in robotic surgical tasks.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Evaluate the effectiveness of real-time biofeedback in promoting physiological regulation and improving human-robot system performance.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Assess user adaptation strategies in response to feedback-triggered task interruptions</a:t>
            </a:r>
          </a:p>
        </p:txBody>
      </p:sp>
      <p:sp>
        <p:nvSpPr>
          <p:cNvPr id="3" name="文本框 15">
            <a:extLst>
              <a:ext uri="{FF2B5EF4-FFF2-40B4-BE49-F238E27FC236}">
                <a16:creationId xmlns:a16="http://schemas.microsoft.com/office/drawing/2014/main" id="{46330180-4A3C-179A-007C-53A55CD27177}"/>
              </a:ext>
            </a:extLst>
          </p:cNvPr>
          <p:cNvSpPr txBox="1">
            <a:spLocks/>
          </p:cNvSpPr>
          <p:nvPr/>
        </p:nvSpPr>
        <p:spPr>
          <a:xfrm>
            <a:off x="1068100" y="3444794"/>
            <a:ext cx="11239047" cy="150348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Key objectives: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Platform Design and Integration.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Biofeedback Threshold Calibration.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Comparative Evaluation of Biofeedback Modes</a:t>
            </a: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F39C1B73-F40F-40A7-D316-F3E9BFAD37E4}"/>
              </a:ext>
            </a:extLst>
          </p:cNvPr>
          <p:cNvSpPr txBox="1">
            <a:spLocks/>
          </p:cNvSpPr>
          <p:nvPr/>
        </p:nvSpPr>
        <p:spPr>
          <a:xfrm>
            <a:off x="1068100" y="4948283"/>
            <a:ext cx="10917044" cy="11623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Question: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Can real-time biofeedback control improve human–robot system performance?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Which bio-signal is more effective for this purpose?</a:t>
            </a:r>
          </a:p>
        </p:txBody>
      </p:sp>
    </p:spTree>
    <p:extLst>
      <p:ext uri="{BB962C8B-B14F-4D97-AF65-F5344CB8AC3E}">
        <p14:creationId xmlns:p14="http://schemas.microsoft.com/office/powerpoint/2010/main" val="29806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>
            <a:extLst>
              <a:ext uri="{FF2B5EF4-FFF2-40B4-BE49-F238E27FC236}">
                <a16:creationId xmlns:a16="http://schemas.microsoft.com/office/drawing/2014/main" id="{AB7A9E81-E2D7-486F-BF01-7F9B38004E67}"/>
              </a:ext>
            </a:extLst>
          </p:cNvPr>
          <p:cNvSpPr txBox="1">
            <a:spLocks/>
          </p:cNvSpPr>
          <p:nvPr/>
        </p:nvSpPr>
        <p:spPr>
          <a:xfrm>
            <a:off x="660400" y="780278"/>
            <a:ext cx="315217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Task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559D5D-594F-2EEC-8EAC-0EA455369120}"/>
              </a:ext>
            </a:extLst>
          </p:cNvPr>
          <p:cNvSpPr txBox="1"/>
          <p:nvPr/>
        </p:nvSpPr>
        <p:spPr>
          <a:xfrm>
            <a:off x="1036033" y="1714143"/>
            <a:ext cx="10872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Evaluate precision and self-regulation during simulated surgical tasks</a:t>
            </a:r>
          </a:p>
        </p:txBody>
      </p:sp>
      <p:pic>
        <p:nvPicPr>
          <p:cNvPr id="23" name="Picture 22" descr="A person looking at a computer screen&#10;&#10;AI-generated content may be incorrect.">
            <a:extLst>
              <a:ext uri="{FF2B5EF4-FFF2-40B4-BE49-F238E27FC236}">
                <a16:creationId xmlns:a16="http://schemas.microsoft.com/office/drawing/2014/main" id="{969D87C7-F493-D821-C388-E4652DD1C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02" y="2667289"/>
            <a:ext cx="5312941" cy="344278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AF03125-3E95-F233-90D9-90648E1F8E20}"/>
              </a:ext>
            </a:extLst>
          </p:cNvPr>
          <p:cNvSpPr txBox="1"/>
          <p:nvPr/>
        </p:nvSpPr>
        <p:spPr>
          <a:xfrm>
            <a:off x="406557" y="2524897"/>
            <a:ext cx="66470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Three types of trajectories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Irregular Cloud-shaped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Concentric circular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Straight 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Three types of conditions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HRV Bio-signal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EEG Bio-signal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Baseline Control (without bio-feedback)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BD8DFB-AADD-1B24-323A-BE0BAD8DCB41}"/>
              </a:ext>
            </a:extLst>
          </p:cNvPr>
          <p:cNvSpPr txBox="1"/>
          <p:nvPr/>
        </p:nvSpPr>
        <p:spPr>
          <a:xfrm>
            <a:off x="5095152" y="2818329"/>
            <a:ext cx="1232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5 training </a:t>
            </a:r>
          </a:p>
          <a:p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1 test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39DAB3-6163-BB4D-7BB4-2F231101421D}"/>
              </a:ext>
            </a:extLst>
          </p:cNvPr>
          <p:cNvSpPr txBox="1"/>
          <p:nvPr/>
        </p:nvSpPr>
        <p:spPr>
          <a:xfrm>
            <a:off x="4361206" y="3648281"/>
            <a:ext cx="1270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only 1 test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096027-B6B2-DD4F-AB85-16D502ACEEB2}"/>
              </a:ext>
            </a:extLst>
          </p:cNvPr>
          <p:cNvCxnSpPr>
            <a:cxnSpLocks/>
          </p:cNvCxnSpPr>
          <p:nvPr/>
        </p:nvCxnSpPr>
        <p:spPr>
          <a:xfrm>
            <a:off x="4137044" y="3084793"/>
            <a:ext cx="916453" cy="87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262951-5285-766B-B705-98AA761F7CF3}"/>
              </a:ext>
            </a:extLst>
          </p:cNvPr>
          <p:cNvCxnSpPr>
            <a:cxnSpLocks/>
          </p:cNvCxnSpPr>
          <p:nvPr/>
        </p:nvCxnSpPr>
        <p:spPr>
          <a:xfrm flipV="1">
            <a:off x="3676226" y="3299982"/>
            <a:ext cx="1339358" cy="348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642A40-DCE3-C2B0-6816-1623A31FB896}"/>
              </a:ext>
            </a:extLst>
          </p:cNvPr>
          <p:cNvCxnSpPr/>
          <p:nvPr/>
        </p:nvCxnSpPr>
        <p:spPr>
          <a:xfrm>
            <a:off x="2923082" y="3848336"/>
            <a:ext cx="14381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43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8946-801C-FBA7-D331-96E53A33A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0EFDA-4282-8DF7-CC4B-F8F2F639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73" y="4992659"/>
            <a:ext cx="3559564" cy="8305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632CA9-25B0-B993-5654-C0E96F77D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477" y="2017486"/>
            <a:ext cx="8388523" cy="4212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814DE1-1D91-E98D-BC7E-7133194A8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97" y="3867209"/>
            <a:ext cx="3733801" cy="830565"/>
          </a:xfrm>
          <a:prstGeom prst="rect">
            <a:avLst/>
          </a:prstGeom>
        </p:spPr>
      </p:pic>
      <p:sp>
        <p:nvSpPr>
          <p:cNvPr id="4" name="文本框 2">
            <a:extLst>
              <a:ext uri="{FF2B5EF4-FFF2-40B4-BE49-F238E27FC236}">
                <a16:creationId xmlns:a16="http://schemas.microsoft.com/office/drawing/2014/main" id="{310C81A6-A521-D5E8-8935-D6CB80F10641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5109C-83D8-C351-5F77-9A92370FE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98" y="2831240"/>
            <a:ext cx="3733800" cy="889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D104E9-4BDE-3A47-5023-E082A693C9F2}"/>
              </a:ext>
            </a:extLst>
          </p:cNvPr>
          <p:cNvCxnSpPr>
            <a:cxnSpLocks/>
          </p:cNvCxnSpPr>
          <p:nvPr/>
        </p:nvCxnSpPr>
        <p:spPr>
          <a:xfrm flipH="1" flipV="1">
            <a:off x="2458387" y="3429000"/>
            <a:ext cx="179882" cy="52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FEA189-2E26-3504-EEEE-EFCF5CC23FF8}"/>
              </a:ext>
            </a:extLst>
          </p:cNvPr>
          <p:cNvCxnSpPr/>
          <p:nvPr/>
        </p:nvCxnSpPr>
        <p:spPr>
          <a:xfrm flipH="1">
            <a:off x="3477718" y="4422098"/>
            <a:ext cx="258223" cy="629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F410E0-711D-7EA2-C110-93145A9C48F7}"/>
              </a:ext>
            </a:extLst>
          </p:cNvPr>
          <p:cNvSpPr txBox="1"/>
          <p:nvPr/>
        </p:nvSpPr>
        <p:spPr>
          <a:xfrm>
            <a:off x="884420" y="1709044"/>
            <a:ext cx="10927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Raw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EEG/HRV → preprocessing → thresholding → Unity feedback trigger</a:t>
            </a:r>
          </a:p>
        </p:txBody>
      </p:sp>
    </p:spTree>
    <p:extLst>
      <p:ext uri="{BB962C8B-B14F-4D97-AF65-F5344CB8AC3E}">
        <p14:creationId xmlns:p14="http://schemas.microsoft.com/office/powerpoint/2010/main" val="328443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10FF-B8BF-E09C-4FB3-3527CDF51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469743AB-4724-0BFB-97E4-637860A97B9B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Performance </a:t>
            </a: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Metrics</a:t>
            </a:r>
            <a:endParaRPr lang="en-US" altLang="zh-CN" sz="4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0300E-11C3-4F7E-11A8-D09CD76A0E70}"/>
              </a:ext>
            </a:extLst>
          </p:cNvPr>
          <p:cNvSpPr txBox="1"/>
          <p:nvPr/>
        </p:nvSpPr>
        <p:spPr>
          <a:xfrm>
            <a:off x="1188247" y="6021327"/>
            <a:ext cx="5212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MAE:</a:t>
            </a:r>
            <a:r>
              <a:rPr lang="en-US" dirty="0">
                <a:solidFill>
                  <a:srgbClr val="E15226"/>
                </a:solidFill>
              </a:rPr>
              <a:t> </a:t>
            </a:r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symmetric difference area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520218D-B446-6634-B414-9D38BFB9A473}"/>
              </a:ext>
            </a:extLst>
          </p:cNvPr>
          <p:cNvGrpSpPr/>
          <p:nvPr/>
        </p:nvGrpSpPr>
        <p:grpSpPr>
          <a:xfrm>
            <a:off x="323850" y="1737948"/>
            <a:ext cx="5772150" cy="4142944"/>
            <a:chOff x="6681866" y="1312257"/>
            <a:chExt cx="5080000" cy="381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56A49A-519B-0AFE-5477-18EE8FCB3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81866" y="1312257"/>
              <a:ext cx="5080000" cy="3810000"/>
            </a:xfrm>
            <a:prstGeom prst="rect">
              <a:avLst/>
            </a:prstGeom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0F935A1-C0D9-D4E6-13DF-0F1BD123CB5B}"/>
                </a:ext>
              </a:extLst>
            </p:cNvPr>
            <p:cNvGrpSpPr/>
            <p:nvPr/>
          </p:nvGrpSpPr>
          <p:grpSpPr>
            <a:xfrm>
              <a:off x="7887939" y="1747797"/>
              <a:ext cx="2973960" cy="3358962"/>
              <a:chOff x="7887939" y="1747797"/>
              <a:chExt cx="2973960" cy="3358962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C732DD28-6133-71E2-6BDA-696483E8E52C}"/>
                      </a:ext>
                    </a:extLst>
                  </p14:cNvPr>
                  <p14:cNvContentPartPr/>
                  <p14:nvPr/>
                </p14:nvContentPartPr>
                <p14:xfrm>
                  <a:off x="7887939" y="2094477"/>
                  <a:ext cx="595800" cy="16056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C732DD28-6133-71E2-6BDA-696483E8E52C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872410" y="2061365"/>
                    <a:ext cx="627175" cy="16714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D58C86D6-F57C-5267-A9B7-2402EC04B066}"/>
                      </a:ext>
                    </a:extLst>
                  </p14:cNvPr>
                  <p14:cNvContentPartPr/>
                  <p14:nvPr/>
                </p14:nvContentPartPr>
                <p14:xfrm>
                  <a:off x="9437019" y="1747797"/>
                  <a:ext cx="1000800" cy="45144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D58C86D6-F57C-5267-A9B7-2402EC04B066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421495" y="1715031"/>
                    <a:ext cx="1032164" cy="5173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AFB89C8A-058A-8508-DB7E-858B9DB1DD72}"/>
                      </a:ext>
                    </a:extLst>
                  </p14:cNvPr>
                  <p14:cNvContentPartPr/>
                  <p14:nvPr/>
                </p14:nvContentPartPr>
                <p14:xfrm>
                  <a:off x="9268179" y="1755357"/>
                  <a:ext cx="249840" cy="4320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AFB89C8A-058A-8508-DB7E-858B9DB1DD72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252663" y="1722380"/>
                    <a:ext cx="281189" cy="1088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E1F643CB-FF92-2118-5F06-C8ED1D4ECB98}"/>
                      </a:ext>
                    </a:extLst>
                  </p14:cNvPr>
                  <p14:cNvContentPartPr/>
                  <p14:nvPr/>
                </p14:nvContentPartPr>
                <p14:xfrm>
                  <a:off x="9032739" y="1774437"/>
                  <a:ext cx="261720" cy="2484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E1F643CB-FF92-2118-5F06-C8ED1D4ECB98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017213" y="1741648"/>
                    <a:ext cx="293088" cy="90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FD56E8E9-DF70-9BB6-D0AB-1498683BFA58}"/>
                      </a:ext>
                    </a:extLst>
                  </p14:cNvPr>
                  <p14:cNvContentPartPr/>
                  <p14:nvPr/>
                </p14:nvContentPartPr>
                <p14:xfrm>
                  <a:off x="10469499" y="2208237"/>
                  <a:ext cx="301680" cy="5702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FD56E8E9-DF70-9BB6-D0AB-1498683BFA5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453654" y="2175141"/>
                    <a:ext cx="333052" cy="6361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4E9AFFBD-F733-E5DE-D26A-047DEDC57DB3}"/>
                      </a:ext>
                    </a:extLst>
                  </p14:cNvPr>
                  <p14:cNvContentPartPr/>
                  <p14:nvPr/>
                </p14:nvContentPartPr>
                <p14:xfrm>
                  <a:off x="10439619" y="2696757"/>
                  <a:ext cx="422280" cy="149976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4E9AFFBD-F733-E5DE-D26A-047DEDC57DB3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424096" y="2663650"/>
                    <a:ext cx="453642" cy="15656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13914FBA-1CCC-8178-488C-9E98158759A4}"/>
                      </a:ext>
                    </a:extLst>
                  </p14:cNvPr>
                  <p14:cNvContentPartPr/>
                  <p14:nvPr/>
                </p14:nvContentPartPr>
                <p14:xfrm>
                  <a:off x="10395699" y="4150437"/>
                  <a:ext cx="99000" cy="6660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13914FBA-1CCC-8178-488C-9E98158759A4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379834" y="4117634"/>
                    <a:ext cx="130413" cy="1325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30984FC9-57B9-63EE-7E6A-F374BDF8DCC7}"/>
                      </a:ext>
                    </a:extLst>
                  </p14:cNvPr>
                  <p14:cNvContentPartPr/>
                  <p14:nvPr/>
                </p14:nvContentPartPr>
                <p14:xfrm>
                  <a:off x="10199139" y="4294797"/>
                  <a:ext cx="140400" cy="777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30984FC9-57B9-63EE-7E6A-F374BDF8DCC7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183609" y="4261899"/>
                    <a:ext cx="171776" cy="1438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E1C916BE-FAAE-5269-23FB-E0CE93B2F353}"/>
                      </a:ext>
                    </a:extLst>
                  </p14:cNvPr>
                  <p14:cNvContentPartPr/>
                  <p14:nvPr/>
                </p14:nvContentPartPr>
                <p14:xfrm>
                  <a:off x="8681739" y="4140357"/>
                  <a:ext cx="1491480" cy="36828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E1C916BE-FAAE-5269-23FB-E0CE93B2F353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665896" y="4107268"/>
                    <a:ext cx="1522850" cy="4341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0C026AD5-27C0-B2B2-FAC4-F10D746C290A}"/>
                      </a:ext>
                    </a:extLst>
                  </p14:cNvPr>
                  <p14:cNvContentPartPr/>
                  <p14:nvPr/>
                </p14:nvContentPartPr>
                <p14:xfrm>
                  <a:off x="8374659" y="2555997"/>
                  <a:ext cx="340200" cy="107532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0C026AD5-27C0-B2B2-FAC4-F10D746C290A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358806" y="2522890"/>
                    <a:ext cx="371588" cy="11412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7DD73F38-C640-3030-6F42-C437DB7BF033}"/>
                      </a:ext>
                    </a:extLst>
                  </p14:cNvPr>
                  <p14:cNvContentPartPr/>
                  <p14:nvPr/>
                </p14:nvContentPartPr>
                <p14:xfrm>
                  <a:off x="8732859" y="4129917"/>
                  <a:ext cx="1179720" cy="32076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7DD73F38-C640-3030-6F42-C437DB7BF033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7336" y="4096815"/>
                    <a:ext cx="1211082" cy="386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64E34B3E-049D-53BF-F358-C4F9A920B3FA}"/>
                      </a:ext>
                    </a:extLst>
                  </p14:cNvPr>
                  <p14:cNvContentPartPr/>
                  <p14:nvPr/>
                </p14:nvContentPartPr>
                <p14:xfrm>
                  <a:off x="8389419" y="3679557"/>
                  <a:ext cx="316800" cy="46584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64E34B3E-049D-53BF-F358-C4F9A920B3FA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373896" y="3646779"/>
                    <a:ext cx="348163" cy="531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0E156E7C-48AD-960E-C800-FF9F629E3A85}"/>
                      </a:ext>
                    </a:extLst>
                  </p14:cNvPr>
                  <p14:cNvContentPartPr/>
                  <p14:nvPr/>
                </p14:nvContentPartPr>
                <p14:xfrm>
                  <a:off x="9883419" y="2993037"/>
                  <a:ext cx="487800" cy="91944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0E156E7C-48AD-960E-C800-FF9F629E3A85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867888" y="2960259"/>
                    <a:ext cx="519179" cy="9853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804ADEFF-274C-4895-E783-F9F3F77B6E35}"/>
                      </a:ext>
                    </a:extLst>
                  </p14:cNvPr>
                  <p14:cNvContentPartPr/>
                  <p14:nvPr/>
                </p14:nvContentPartPr>
                <p14:xfrm>
                  <a:off x="8972619" y="2246397"/>
                  <a:ext cx="1358640" cy="87804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804ADEFF-274C-4895-E783-F9F3F77B6E35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957093" y="2213288"/>
                    <a:ext cx="1390008" cy="9439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95276C7D-E882-72CF-259C-B7FB46EF3015}"/>
                      </a:ext>
                    </a:extLst>
                  </p14:cNvPr>
                  <p14:cNvContentPartPr/>
                  <p14:nvPr/>
                </p14:nvContentPartPr>
                <p14:xfrm>
                  <a:off x="10311099" y="3237117"/>
                  <a:ext cx="360" cy="36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95276C7D-E882-72CF-259C-B7FB46EF3015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0293459" y="320111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A0FCF1B-F348-E233-3E13-FD124CD51848}"/>
                  </a:ext>
                </a:extLst>
              </p:cNvPr>
              <p:cNvCxnSpPr/>
              <p:nvPr/>
            </p:nvCxnSpPr>
            <p:spPr>
              <a:xfrm flipH="1">
                <a:off x="9268179" y="2094477"/>
                <a:ext cx="930960" cy="30122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A249EC3-98D2-87FF-6A06-AFC79B4EE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159" y="2725631"/>
                <a:ext cx="997020" cy="23811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4FA59D4-8D65-8861-3538-70C64863C49B}"/>
                  </a:ext>
                </a:extLst>
              </p:cNvPr>
              <p:cNvCxnSpPr/>
              <p:nvPr/>
            </p:nvCxnSpPr>
            <p:spPr>
              <a:xfrm flipH="1">
                <a:off x="9268179" y="2555997"/>
                <a:ext cx="249840" cy="25507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9FB5EAB-63E3-19F3-7534-8A81991485F8}"/>
                  </a:ext>
                </a:extLst>
              </p:cNvPr>
              <p:cNvCxnSpPr/>
              <p:nvPr/>
            </p:nvCxnSpPr>
            <p:spPr>
              <a:xfrm>
                <a:off x="8681739" y="2778477"/>
                <a:ext cx="586440" cy="23282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516726-23F1-20C0-2CC5-37E1AB23B3FD}"/>
              </a:ext>
            </a:extLst>
          </p:cNvPr>
          <p:cNvSpPr txBox="1"/>
          <p:nvPr/>
        </p:nvSpPr>
        <p:spPr>
          <a:xfrm>
            <a:off x="6363519" y="1281568"/>
            <a:ext cx="62423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Objective Measures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Trajectory MAE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Completion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endParaRPr lang="en-US" sz="2800" dirty="0">
              <a:solidFill>
                <a:schemeClr val="accent5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Retraction Frequency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5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Subjective Measures</a:t>
            </a:r>
          </a:p>
          <a:p>
            <a:pPr lvl="1"/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(Post-task questionnaires)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SUS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NASA-TLX scale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Platform Experience</a:t>
            </a:r>
          </a:p>
          <a:p>
            <a:pPr lvl="2"/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(Biofeedback &amp; Animation)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Training Effectiveness</a:t>
            </a:r>
          </a:p>
        </p:txBody>
      </p:sp>
    </p:spTree>
    <p:extLst>
      <p:ext uri="{BB962C8B-B14F-4D97-AF65-F5344CB8AC3E}">
        <p14:creationId xmlns:p14="http://schemas.microsoft.com/office/powerpoint/2010/main" val="5175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BBC9-D4C6-B7D5-A973-F89E6683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811E6256-B894-0EFE-EBAD-C3DED55504E5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Performance Results</a:t>
            </a:r>
            <a:endParaRPr lang="en-US" altLang="zh-CN" sz="4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8EE75C-42BF-05DC-4568-41766736DDF5}"/>
              </a:ext>
            </a:extLst>
          </p:cNvPr>
          <p:cNvSpPr txBox="1"/>
          <p:nvPr/>
        </p:nvSpPr>
        <p:spPr>
          <a:xfrm>
            <a:off x="3206250" y="5849042"/>
            <a:ext cx="5779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EEG is</a:t>
            </a:r>
            <a:r>
              <a:rPr lang="zh-CN" alt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f</a:t>
            </a:r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aster and more accurate</a:t>
            </a:r>
          </a:p>
        </p:txBody>
      </p:sp>
      <p:pic>
        <p:nvPicPr>
          <p:cNvPr id="75" name="Picture 74" descr="A graph of a performance comparison&#10;&#10;AI-generated content may be incorrect.">
            <a:extLst>
              <a:ext uri="{FF2B5EF4-FFF2-40B4-BE49-F238E27FC236}">
                <a16:creationId xmlns:a16="http://schemas.microsoft.com/office/drawing/2014/main" id="{894D3136-CC87-F4FE-375C-38A675D28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91" y="1616692"/>
            <a:ext cx="11641218" cy="386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1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1302-598B-F4C6-81E2-023106B1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FFB42320-4213-E1B6-0798-9A72FA92D12C}"/>
              </a:ext>
            </a:extLst>
          </p:cNvPr>
          <p:cNvSpPr txBox="1"/>
          <p:nvPr/>
        </p:nvSpPr>
        <p:spPr>
          <a:xfrm>
            <a:off x="688906" y="747348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HRV </a:t>
            </a:r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vs EEG Comparison</a:t>
            </a: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endParaRPr lang="en-US" altLang="zh-CN" sz="4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8" name="Picture 7" descr="A diagram of 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852E9509-4114-EE79-F250-DE05E999D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34" y="1840169"/>
            <a:ext cx="5293440" cy="3970081"/>
          </a:xfrm>
          <a:prstGeom prst="rect">
            <a:avLst/>
          </a:prstGeom>
        </p:spPr>
      </p:pic>
      <p:pic>
        <p:nvPicPr>
          <p:cNvPr id="10" name="Picture 9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19809A78-436B-5677-4803-555D89A18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346" y="1840169"/>
            <a:ext cx="5293440" cy="39700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DBC4B0-B55C-3671-581C-8912EC2D8FED}"/>
              </a:ext>
            </a:extLst>
          </p:cNvPr>
          <p:cNvSpPr txBox="1"/>
          <p:nvPr/>
        </p:nvSpPr>
        <p:spPr>
          <a:xfrm>
            <a:off x="2120203" y="5753100"/>
            <a:ext cx="870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HRV and EEG capture distinct physiological dimensions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75D9BC-9BD9-344A-48C4-68D43093ADFC}"/>
              </a:ext>
            </a:extLst>
          </p:cNvPr>
          <p:cNvSpPr txBox="1"/>
          <p:nvPr/>
        </p:nvSpPr>
        <p:spPr>
          <a:xfrm>
            <a:off x="4584152" y="6276320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Weak correlation</a:t>
            </a:r>
          </a:p>
        </p:txBody>
      </p:sp>
    </p:spTree>
    <p:extLst>
      <p:ext uri="{BB962C8B-B14F-4D97-AF65-F5344CB8AC3E}">
        <p14:creationId xmlns:p14="http://schemas.microsoft.com/office/powerpoint/2010/main" val="360341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4D64-6447-6334-DD7C-D56885C2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CFDF320E-47BD-17F0-8592-FC52BF4DE151}"/>
              </a:ext>
            </a:extLst>
          </p:cNvPr>
          <p:cNvSpPr txBox="1"/>
          <p:nvPr/>
        </p:nvSpPr>
        <p:spPr>
          <a:xfrm>
            <a:off x="688906" y="747348"/>
            <a:ext cx="8797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</a:t>
            </a:r>
            <a:r>
              <a:rPr lang="en-US" altLang="zh-CN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&amp; Conclusion</a:t>
            </a: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C8C823AA-6A6C-D7E8-7C15-16D71FE259A9}"/>
              </a:ext>
            </a:extLst>
          </p:cNvPr>
          <p:cNvSpPr txBox="1">
            <a:spLocks/>
          </p:cNvSpPr>
          <p:nvPr/>
        </p:nvSpPr>
        <p:spPr>
          <a:xfrm>
            <a:off x="1068100" y="1437767"/>
            <a:ext cx="10917044" cy="17804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Aims: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Investigate how operator stress and attention levels influence accuracy in robotic surgical tasks.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Evaluate the effectiveness of real-time biofeedback in promoting physiological regulation and improving human-robot system performance.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 user adaptation strategies in response to feedback-triggered task interruptions</a:t>
            </a:r>
          </a:p>
        </p:txBody>
      </p:sp>
      <p:sp>
        <p:nvSpPr>
          <p:cNvPr id="3" name="文本框 15">
            <a:extLst>
              <a:ext uri="{FF2B5EF4-FFF2-40B4-BE49-F238E27FC236}">
                <a16:creationId xmlns:a16="http://schemas.microsoft.com/office/drawing/2014/main" id="{DB16B6C3-35EC-F3FB-322A-5C668C36F556}"/>
              </a:ext>
            </a:extLst>
          </p:cNvPr>
          <p:cNvSpPr txBox="1">
            <a:spLocks/>
          </p:cNvSpPr>
          <p:nvPr/>
        </p:nvSpPr>
        <p:spPr>
          <a:xfrm>
            <a:off x="1068100" y="3218254"/>
            <a:ext cx="11239047" cy="150348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Key objectives: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Platform Design and Integration.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Biofeedback Threshold Calibration.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Comparative Evaluation of Biofeedback Modes</a:t>
            </a: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48AB4C53-73A9-E415-FE25-620BE8B3674F}"/>
              </a:ext>
            </a:extLst>
          </p:cNvPr>
          <p:cNvSpPr txBox="1">
            <a:spLocks/>
          </p:cNvSpPr>
          <p:nvPr/>
        </p:nvSpPr>
        <p:spPr>
          <a:xfrm>
            <a:off x="1068100" y="4721743"/>
            <a:ext cx="10917044" cy="11623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Question: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real-time biofeedback control improve human–robot system performance?</a:t>
            </a:r>
          </a:p>
          <a:p>
            <a:pPr lvl="1"/>
            <a:r>
              <a:rPr lang="en-GB" sz="20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bio-signal is more effective for this purpose?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52B9-6B5E-364E-2DF8-7928010A21FB}"/>
              </a:ext>
            </a:extLst>
          </p:cNvPr>
          <p:cNvSpPr txBox="1"/>
          <p:nvPr/>
        </p:nvSpPr>
        <p:spPr>
          <a:xfrm>
            <a:off x="688906" y="1452344"/>
            <a:ext cx="6301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2F4DA-549D-7B8C-9DB0-4AEE0A8137A1}"/>
              </a:ext>
            </a:extLst>
          </p:cNvPr>
          <p:cNvSpPr txBox="1"/>
          <p:nvPr/>
        </p:nvSpPr>
        <p:spPr>
          <a:xfrm>
            <a:off x="688906" y="3253572"/>
            <a:ext cx="6301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4FBAA-2644-D7F8-B589-63EC7C7CF843}"/>
              </a:ext>
            </a:extLst>
          </p:cNvPr>
          <p:cNvSpPr txBox="1"/>
          <p:nvPr/>
        </p:nvSpPr>
        <p:spPr>
          <a:xfrm>
            <a:off x="10125970" y="5108974"/>
            <a:ext cx="797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126DE-F925-952F-1946-1AD80B25AD31}"/>
              </a:ext>
            </a:extLst>
          </p:cNvPr>
          <p:cNvSpPr txBox="1"/>
          <p:nvPr/>
        </p:nvSpPr>
        <p:spPr>
          <a:xfrm>
            <a:off x="7351394" y="5477390"/>
            <a:ext cx="797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EEG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B288B-9BEA-2FD6-7CB1-01D86109133C}"/>
              </a:ext>
            </a:extLst>
          </p:cNvPr>
          <p:cNvSpPr txBox="1"/>
          <p:nvPr/>
        </p:nvSpPr>
        <p:spPr>
          <a:xfrm>
            <a:off x="8757867" y="5477390"/>
            <a:ext cx="1659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Combine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15E380-E649-6909-1CF5-D5725BE3FA9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149237" y="5708223"/>
            <a:ext cx="495459" cy="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258F1A-5B5C-F736-E03E-92D6018A598F}"/>
              </a:ext>
            </a:extLst>
          </p:cNvPr>
          <p:cNvSpPr txBox="1"/>
          <p:nvPr/>
        </p:nvSpPr>
        <p:spPr>
          <a:xfrm>
            <a:off x="409194" y="5953433"/>
            <a:ext cx="107429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Future Work</a:t>
            </a:r>
            <a:r>
              <a:rPr lang="en-GB" sz="2800" dirty="0">
                <a:solidFill>
                  <a:srgbClr val="E152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: Multi-signal fusion &amp; Integration with a real robotic arm</a:t>
            </a:r>
          </a:p>
        </p:txBody>
      </p:sp>
    </p:spTree>
    <p:extLst>
      <p:ext uri="{BB962C8B-B14F-4D97-AF65-F5344CB8AC3E}">
        <p14:creationId xmlns:p14="http://schemas.microsoft.com/office/powerpoint/2010/main" val="424186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AE31BED-ED93-480C-9BE9-5EA565937587}"/>
              </a:ext>
            </a:extLst>
          </p:cNvPr>
          <p:cNvSpPr txBox="1"/>
          <p:nvPr/>
        </p:nvSpPr>
        <p:spPr>
          <a:xfrm>
            <a:off x="1518338" y="2224112"/>
            <a:ext cx="91711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THANK YOU FOR YOUR ATTENTION</a:t>
            </a:r>
            <a:endParaRPr lang="zh-CN" altLang="en-US" sz="44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00ED7C-1B5A-4625-B358-E15C85426545}"/>
              </a:ext>
            </a:extLst>
          </p:cNvPr>
          <p:cNvSpPr txBox="1"/>
          <p:nvPr/>
        </p:nvSpPr>
        <p:spPr>
          <a:xfrm>
            <a:off x="4539669" y="4249167"/>
            <a:ext cx="3112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REPORTER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ANNI GAO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7605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等线 Light"/>
        <a:ea typeface="等线"/>
        <a:cs typeface=""/>
      </a:majorFont>
      <a:minorFont>
        <a:latin typeface="等线"/>
        <a:ea typeface="等线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5942</TotalTime>
  <Words>397</Words>
  <Application>Microsoft Macintosh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 eyes</dc:creator>
  <cp:lastModifiedBy>Anni Gao (Student)</cp:lastModifiedBy>
  <cp:revision>40</cp:revision>
  <dcterms:created xsi:type="dcterms:W3CDTF">2022-02-24T12:47:33Z</dcterms:created>
  <dcterms:modified xsi:type="dcterms:W3CDTF">2025-08-27T23:42:56Z</dcterms:modified>
</cp:coreProperties>
</file>